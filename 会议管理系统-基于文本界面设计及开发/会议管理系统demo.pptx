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5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44" roundtripDataSignature="AMtx7mh03Ea6La/nbwBKyjt340ONzIPq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C6458EC-9E3F-4F0A-A3BD-80A797804211}">
  <a:tblStyle styleId="{BC6458EC-9E3F-4F0A-A3BD-80A797804211}"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customschemas.google.com/relationships/presentationmetadata" Target="metadata"/><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30" name="Google Shape;13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36" name="Google Shape;13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43" name="Google Shape;1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51" name="Google Shape;15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61" name="Google Shape;1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69" name="Google Shape;16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80" name="Google Shape;18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91" name="Google Shape;19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00" name="Google Shape;20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08" name="Google Shape;20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dccdb6c998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gdccdb6c998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d7e9cf0893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d7e9cf0893_1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d7e9cf0893_1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52" name="Google Shape;25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dccdb6c998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gdccdb6c998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dccdb6c998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dccdb6c998_0_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dccdb6c998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gdccdb6c998_0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dccdb6c998_0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gdccdb6c998_0_1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41" name="Google Shape;34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50" name="Google Shape;35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dccdb6c998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gdccdb6c998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dcdf7eb756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gdcdf7eb756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93" name="Google Shape;393;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01" name="Google Shape;40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dccf71ce6e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dccf71ce6e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gdccf71ce6e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dcdf7eb756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25" name="Google Shape;425;gdcdf7eb756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38" name="Google Shape;43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46" name="Google Shape;446;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57" name="Google Shape;457;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70" name="Google Shape;470;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84" name="Google Shape;484;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dccdb6c998_0_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92" name="Google Shape;492;gdccdb6c998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dccdb6c998_0_1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500" name="Google Shape;500;gdccdb6c998_0_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副标题" type="title">
  <p:cSld name="TITLE">
    <p:spTree>
      <p:nvGrpSpPr>
        <p:cNvPr id="15" name="Shape 15"/>
        <p:cNvGrpSpPr/>
        <p:nvPr/>
      </p:nvGrpSpPr>
      <p:grpSpPr>
        <a:xfrm>
          <a:off x="0" y="0"/>
          <a:ext cx="0" cy="0"/>
          <a:chOff x="0" y="0"/>
          <a:chExt cx="0" cy="0"/>
        </a:xfrm>
      </p:grpSpPr>
      <p:sp>
        <p:nvSpPr>
          <p:cNvPr id="16" name="Google Shape;16;p53"/>
          <p:cNvSpPr txBox="1"/>
          <p:nvPr>
            <p:ph type="ctrTitle"/>
          </p:nvPr>
        </p:nvSpPr>
        <p:spPr>
          <a:xfrm>
            <a:off x="669882" y="2308881"/>
            <a:ext cx="10852237" cy="899167"/>
          </a:xfrm>
          <a:prstGeom prst="rect">
            <a:avLst/>
          </a:prstGeom>
          <a:noFill/>
          <a:ln>
            <a:noFill/>
          </a:ln>
        </p:spPr>
        <p:txBody>
          <a:bodyPr anchorCtr="0" anchor="t" bIns="38100" lIns="101600" spcFirstLastPara="1" rIns="25400" wrap="square" tIns="38100">
            <a:noAutofit/>
          </a:bodyPr>
          <a:lstStyle>
            <a:lvl1pPr lvl="0" algn="ctr">
              <a:lnSpc>
                <a:spcPct val="100000"/>
              </a:lnSpc>
              <a:spcBef>
                <a:spcPts val="0"/>
              </a:spcBef>
              <a:spcAft>
                <a:spcPts val="0"/>
              </a:spcAft>
              <a:buClr>
                <a:schemeClr val="dk1"/>
              </a:buClr>
              <a:buSzPts val="5400"/>
              <a:buFont typeface="Arial"/>
              <a:buNone/>
              <a:defRPr b="0" sz="54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3"/>
          <p:cNvSpPr txBox="1"/>
          <p:nvPr>
            <p:ph idx="1" type="subTitle"/>
          </p:nvPr>
        </p:nvSpPr>
        <p:spPr>
          <a:xfrm>
            <a:off x="669925" y="3565525"/>
            <a:ext cx="10852150" cy="801370"/>
          </a:xfrm>
          <a:prstGeom prst="rect">
            <a:avLst/>
          </a:prstGeom>
          <a:noFill/>
          <a:ln>
            <a:noFill/>
          </a:ln>
        </p:spPr>
        <p:txBody>
          <a:bodyPr anchorCtr="0" anchor="ctr" bIns="38100" lIns="101600" spcFirstLastPara="1" rIns="76200" wrap="square" tIns="38100">
            <a:noAutofit/>
          </a:bodyPr>
          <a:lstStyle>
            <a:lvl1pPr lvl="0" algn="ctr">
              <a:lnSpc>
                <a:spcPct val="100000"/>
              </a:lnSpc>
              <a:spcBef>
                <a:spcPts val="0"/>
              </a:spcBef>
              <a:spcAft>
                <a:spcPts val="0"/>
              </a:spcAft>
              <a:buClr>
                <a:schemeClr val="dk1"/>
              </a:buClr>
              <a:buSzPts val="2400"/>
              <a:buNone/>
              <a:defRPr sz="2400" u="none" cap="none" strike="noStrike">
                <a:solidFill>
                  <a:schemeClr val="dk1"/>
                </a:solidFill>
                <a:latin typeface="Arial"/>
                <a:ea typeface="Arial"/>
                <a:cs typeface="Arial"/>
                <a:sym typeface="Arial"/>
              </a:defRPr>
            </a:lvl1pPr>
            <a:lvl2pPr lvl="1" algn="ctr">
              <a:lnSpc>
                <a:spcPct val="130000"/>
              </a:lnSpc>
              <a:spcBef>
                <a:spcPts val="1000"/>
              </a:spcBef>
              <a:spcAft>
                <a:spcPts val="0"/>
              </a:spcAft>
              <a:buClr>
                <a:schemeClr val="dk1"/>
              </a:buClr>
              <a:buSzPts val="2000"/>
              <a:buNone/>
              <a:defRPr sz="2000"/>
            </a:lvl2pPr>
            <a:lvl3pPr lvl="2" algn="ctr">
              <a:lnSpc>
                <a:spcPct val="130000"/>
              </a:lnSpc>
              <a:spcBef>
                <a:spcPts val="1000"/>
              </a:spcBef>
              <a:spcAft>
                <a:spcPts val="0"/>
              </a:spcAft>
              <a:buClr>
                <a:schemeClr val="dk1"/>
              </a:buClr>
              <a:buSzPts val="1800"/>
              <a:buNone/>
              <a:defRPr sz="1800"/>
            </a:lvl3pPr>
            <a:lvl4pPr lvl="3" algn="ctr">
              <a:lnSpc>
                <a:spcPct val="130000"/>
              </a:lnSpc>
              <a:spcBef>
                <a:spcPts val="1000"/>
              </a:spcBef>
              <a:spcAft>
                <a:spcPts val="0"/>
              </a:spcAft>
              <a:buClr>
                <a:schemeClr val="dk1"/>
              </a:buClr>
              <a:buSzPts val="1600"/>
              <a:buNone/>
              <a:defRPr sz="1600"/>
            </a:lvl4pPr>
            <a:lvl5pPr lvl="4" algn="ctr">
              <a:lnSpc>
                <a:spcPct val="130000"/>
              </a:lnSpc>
              <a:spcBef>
                <a:spcPts val="1000"/>
              </a:spcBef>
              <a:spcAft>
                <a:spcPts val="0"/>
              </a:spcAft>
              <a:buClr>
                <a:schemeClr val="dk1"/>
              </a:buClr>
              <a:buSzPts val="1600"/>
              <a:buNone/>
              <a:defRPr sz="1600"/>
            </a:lvl5pPr>
            <a:lvl6pPr lvl="5" algn="ctr">
              <a:lnSpc>
                <a:spcPct val="90000"/>
              </a:lnSpc>
              <a:spcBef>
                <a:spcPts val="10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53"/>
          <p:cNvSpPr txBox="1"/>
          <p:nvPr>
            <p:ph idx="11" type="ftr"/>
          </p:nvPr>
        </p:nvSpPr>
        <p:spPr>
          <a:xfrm>
            <a:off x="4116000" y="6349833"/>
            <a:ext cx="3960000" cy="3168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3"/>
          <p:cNvSpPr txBox="1"/>
          <p:nvPr>
            <p:ph idx="12" type="sldNum"/>
          </p:nvPr>
        </p:nvSpPr>
        <p:spPr>
          <a:xfrm>
            <a:off x="8610600" y="6349833"/>
            <a:ext cx="2700000" cy="3168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正文" type="obj">
  <p:cSld name="OBJECT">
    <p:spTree>
      <p:nvGrpSpPr>
        <p:cNvPr id="20" name="Shape 20"/>
        <p:cNvGrpSpPr/>
        <p:nvPr/>
      </p:nvGrpSpPr>
      <p:grpSpPr>
        <a:xfrm>
          <a:off x="0" y="0"/>
          <a:ext cx="0" cy="0"/>
          <a:chOff x="0" y="0"/>
          <a:chExt cx="0" cy="0"/>
        </a:xfrm>
      </p:grpSpPr>
      <p:sp>
        <p:nvSpPr>
          <p:cNvPr id="21" name="Google Shape;21;p58"/>
          <p:cNvSpPr txBox="1"/>
          <p:nvPr>
            <p:ph type="title"/>
          </p:nvPr>
        </p:nvSpPr>
        <p:spPr>
          <a:xfrm>
            <a:off x="669882" y="581225"/>
            <a:ext cx="10852237" cy="648000"/>
          </a:xfrm>
          <a:prstGeom prst="rect">
            <a:avLst/>
          </a:prstGeom>
          <a:noFill/>
          <a:ln>
            <a:noFill/>
          </a:ln>
        </p:spPr>
        <p:txBody>
          <a:bodyPr anchorCtr="0" anchor="ctr" bIns="38100" lIns="101600" spcFirstLastPara="1" rIns="76200" wrap="square" tIns="38100">
            <a:noAutofit/>
          </a:bodyPr>
          <a:lstStyle>
            <a:lvl1pPr lvl="0" marR="0" algn="l">
              <a:lnSpc>
                <a:spcPct val="100000"/>
              </a:lnSpc>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58"/>
          <p:cNvSpPr txBox="1"/>
          <p:nvPr>
            <p:ph idx="11" type="ftr"/>
          </p:nvPr>
        </p:nvSpPr>
        <p:spPr>
          <a:xfrm>
            <a:off x="4116000" y="6349833"/>
            <a:ext cx="3960000" cy="3168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8"/>
          <p:cNvSpPr txBox="1"/>
          <p:nvPr>
            <p:ph idx="12" type="sldNum"/>
          </p:nvPr>
        </p:nvSpPr>
        <p:spPr>
          <a:xfrm>
            <a:off x="8610600" y="6349833"/>
            <a:ext cx="2700000" cy="3168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4" name="Google Shape;24;p58"/>
          <p:cNvSpPr txBox="1"/>
          <p:nvPr>
            <p:ph idx="1" type="body"/>
          </p:nvPr>
        </p:nvSpPr>
        <p:spPr>
          <a:xfrm>
            <a:off x="669925" y="1508125"/>
            <a:ext cx="10852150" cy="4749165"/>
          </a:xfrm>
          <a:prstGeom prst="rect">
            <a:avLst/>
          </a:prstGeom>
          <a:noFill/>
          <a:ln>
            <a:noFill/>
          </a:ln>
        </p:spPr>
        <p:txBody>
          <a:bodyPr anchorCtr="0" anchor="t" bIns="0" lIns="101600" spcFirstLastPara="1" rIns="82550" wrap="square" tIns="0">
            <a:normAutofit/>
          </a:bodyPr>
          <a:lstStyle>
            <a:lvl1pPr indent="-381000" lvl="0" marL="457200" algn="l">
              <a:lnSpc>
                <a:spcPct val="130000"/>
              </a:lnSpc>
              <a:spcBef>
                <a:spcPts val="0"/>
              </a:spcBef>
              <a:spcAft>
                <a:spcPts val="0"/>
              </a:spcAft>
              <a:buClr>
                <a:schemeClr val="dk1"/>
              </a:buClr>
              <a:buSzPts val="2400"/>
              <a:buChar char="•"/>
              <a:defRPr sz="2400"/>
            </a:lvl1pPr>
            <a:lvl2pPr indent="-381000" lvl="1" marL="914400" algn="l">
              <a:lnSpc>
                <a:spcPct val="130000"/>
              </a:lnSpc>
              <a:spcBef>
                <a:spcPts val="1000"/>
              </a:spcBef>
              <a:spcAft>
                <a:spcPts val="0"/>
              </a:spcAft>
              <a:buClr>
                <a:schemeClr val="dk1"/>
              </a:buClr>
              <a:buSzPts val="2400"/>
              <a:buChar char="•"/>
              <a:defRPr sz="2400"/>
            </a:lvl2pPr>
            <a:lvl3pPr indent="-381000" lvl="2" marL="1371600" algn="l">
              <a:lnSpc>
                <a:spcPct val="130000"/>
              </a:lnSpc>
              <a:spcBef>
                <a:spcPts val="1000"/>
              </a:spcBef>
              <a:spcAft>
                <a:spcPts val="0"/>
              </a:spcAft>
              <a:buClr>
                <a:schemeClr val="dk1"/>
              </a:buClr>
              <a:buSzPts val="2400"/>
              <a:buChar char="•"/>
              <a:defRPr sz="2400"/>
            </a:lvl3pPr>
            <a:lvl4pPr indent="-381000" lvl="3" marL="1828800" algn="l">
              <a:lnSpc>
                <a:spcPct val="130000"/>
              </a:lnSpc>
              <a:spcBef>
                <a:spcPts val="1000"/>
              </a:spcBef>
              <a:spcAft>
                <a:spcPts val="0"/>
              </a:spcAft>
              <a:buClr>
                <a:schemeClr val="dk1"/>
              </a:buClr>
              <a:buSzPts val="2400"/>
              <a:buChar char="•"/>
              <a:defRPr sz="2400"/>
            </a:lvl4pPr>
            <a:lvl5pPr indent="-381000" lvl="4" marL="2286000" algn="l">
              <a:lnSpc>
                <a:spcPct val="130000"/>
              </a:lnSpc>
              <a:spcBef>
                <a:spcPts val="1000"/>
              </a:spcBef>
              <a:spcAft>
                <a:spcPts val="0"/>
              </a:spcAft>
              <a:buClr>
                <a:schemeClr val="dk1"/>
              </a:buClr>
              <a:buSzPts val="2400"/>
              <a:buChar char="•"/>
              <a:defRPr sz="2400"/>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与图文" type="blank">
  <p:cSld name="BLANK">
    <p:spTree>
      <p:nvGrpSpPr>
        <p:cNvPr id="25" name="Shape 25"/>
        <p:cNvGrpSpPr/>
        <p:nvPr/>
      </p:nvGrpSpPr>
      <p:grpSpPr>
        <a:xfrm>
          <a:off x="0" y="0"/>
          <a:ext cx="0" cy="0"/>
          <a:chOff x="0" y="0"/>
          <a:chExt cx="0" cy="0"/>
        </a:xfrm>
      </p:grpSpPr>
      <p:sp>
        <p:nvSpPr>
          <p:cNvPr id="26" name="Google Shape;26;p59"/>
          <p:cNvSpPr txBox="1"/>
          <p:nvPr>
            <p:ph idx="11" type="ftr"/>
          </p:nvPr>
        </p:nvSpPr>
        <p:spPr>
          <a:xfrm>
            <a:off x="4116000" y="6349833"/>
            <a:ext cx="3960000" cy="3168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9"/>
          <p:cNvSpPr txBox="1"/>
          <p:nvPr>
            <p:ph idx="12" type="sldNum"/>
          </p:nvPr>
        </p:nvSpPr>
        <p:spPr>
          <a:xfrm>
            <a:off x="8610600" y="6349833"/>
            <a:ext cx="2700000" cy="3168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59"/>
          <p:cNvSpPr txBox="1"/>
          <p:nvPr>
            <p:ph type="title"/>
          </p:nvPr>
        </p:nvSpPr>
        <p:spPr>
          <a:xfrm>
            <a:off x="840105" y="727710"/>
            <a:ext cx="3931920" cy="1115060"/>
          </a:xfrm>
          <a:prstGeom prst="rect">
            <a:avLst/>
          </a:prstGeom>
          <a:noFill/>
          <a:ln>
            <a:noFill/>
          </a:ln>
        </p:spPr>
        <p:txBody>
          <a:bodyPr anchorCtr="0" anchor="ctr" bIns="38100" lIns="101600" spcFirstLastPara="1" rIns="76200" wrap="square" tIns="38100">
            <a:noAutofit/>
          </a:bodyPr>
          <a:lstStyle>
            <a:lvl1pPr lvl="0" algn="l">
              <a:lnSpc>
                <a:spcPct val="100000"/>
              </a:lnSpc>
              <a:spcBef>
                <a:spcPts val="0"/>
              </a:spcBef>
              <a:spcAft>
                <a:spcPts val="0"/>
              </a:spcAft>
              <a:buClr>
                <a:schemeClr val="dk1"/>
              </a:buClr>
              <a:buSzPts val="3200"/>
              <a:buFont typeface="Arial"/>
              <a:buNone/>
              <a:defRPr sz="3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9"/>
          <p:cNvSpPr txBox="1"/>
          <p:nvPr>
            <p:ph idx="1" type="body"/>
          </p:nvPr>
        </p:nvSpPr>
        <p:spPr>
          <a:xfrm>
            <a:off x="5138420" y="727710"/>
            <a:ext cx="6172200" cy="5403215"/>
          </a:xfrm>
          <a:prstGeom prst="rect">
            <a:avLst/>
          </a:prstGeom>
          <a:noFill/>
          <a:ln>
            <a:noFill/>
          </a:ln>
        </p:spPr>
        <p:txBody>
          <a:bodyPr anchorCtr="0" anchor="t" bIns="0" lIns="101600" spcFirstLastPara="1" rIns="82550" wrap="square" tIns="0">
            <a:normAutofit/>
          </a:bodyPr>
          <a:lstStyle>
            <a:lvl1pPr indent="-381000" lvl="0" marL="457200" algn="l">
              <a:lnSpc>
                <a:spcPct val="130000"/>
              </a:lnSpc>
              <a:spcBef>
                <a:spcPts val="0"/>
              </a:spcBef>
              <a:spcAft>
                <a:spcPts val="0"/>
              </a:spcAft>
              <a:buClr>
                <a:schemeClr val="dk1"/>
              </a:buClr>
              <a:buSzPts val="2400"/>
              <a:buChar char="•"/>
              <a:defRPr sz="2400">
                <a:latin typeface="Arial"/>
                <a:ea typeface="Arial"/>
                <a:cs typeface="Arial"/>
                <a:sym typeface="Arial"/>
              </a:defRPr>
            </a:lvl1pPr>
            <a:lvl2pPr indent="-228600" lvl="1" marL="914400" algn="l">
              <a:lnSpc>
                <a:spcPct val="130000"/>
              </a:lnSpc>
              <a:spcBef>
                <a:spcPts val="1000"/>
              </a:spcBef>
              <a:spcAft>
                <a:spcPts val="0"/>
              </a:spcAft>
              <a:buClr>
                <a:schemeClr val="dk1"/>
              </a:buClr>
              <a:buSzPts val="2400"/>
              <a:buNone/>
              <a:defRPr sz="2400">
                <a:latin typeface="Arial"/>
                <a:ea typeface="Arial"/>
                <a:cs typeface="Arial"/>
                <a:sym typeface="Arial"/>
              </a:defRPr>
            </a:lvl2pPr>
            <a:lvl3pPr indent="-381000" lvl="2" marL="1371600" algn="l">
              <a:lnSpc>
                <a:spcPct val="130000"/>
              </a:lnSpc>
              <a:spcBef>
                <a:spcPts val="1000"/>
              </a:spcBef>
              <a:spcAft>
                <a:spcPts val="0"/>
              </a:spcAft>
              <a:buClr>
                <a:schemeClr val="dk1"/>
              </a:buClr>
              <a:buSzPts val="2400"/>
              <a:buChar char="•"/>
              <a:defRPr sz="2400">
                <a:latin typeface="Arial"/>
                <a:ea typeface="Arial"/>
                <a:cs typeface="Arial"/>
                <a:sym typeface="Arial"/>
              </a:defRPr>
            </a:lvl3pPr>
            <a:lvl4pPr indent="-381000" lvl="3" marL="1828800" algn="l">
              <a:lnSpc>
                <a:spcPct val="130000"/>
              </a:lnSpc>
              <a:spcBef>
                <a:spcPts val="1000"/>
              </a:spcBef>
              <a:spcAft>
                <a:spcPts val="0"/>
              </a:spcAft>
              <a:buClr>
                <a:schemeClr val="dk1"/>
              </a:buClr>
              <a:buSzPts val="2400"/>
              <a:buChar char="•"/>
              <a:defRPr sz="2400">
                <a:latin typeface="Arial"/>
                <a:ea typeface="Arial"/>
                <a:cs typeface="Arial"/>
                <a:sym typeface="Arial"/>
              </a:defRPr>
            </a:lvl4pPr>
            <a:lvl5pPr indent="-381000" lvl="4" marL="2286000" algn="l">
              <a:lnSpc>
                <a:spcPct val="130000"/>
              </a:lnSpc>
              <a:spcBef>
                <a:spcPts val="1000"/>
              </a:spcBef>
              <a:spcAft>
                <a:spcPts val="0"/>
              </a:spcAft>
              <a:buClr>
                <a:schemeClr val="dk1"/>
              </a:buClr>
              <a:buSzPts val="2400"/>
              <a:buChar char="•"/>
              <a:defRPr sz="2400">
                <a:latin typeface="Arial"/>
                <a:ea typeface="Arial"/>
                <a:cs typeface="Arial"/>
                <a:sym typeface="Arial"/>
              </a:defRPr>
            </a:lvl5pPr>
            <a:lvl6pPr indent="-355600" lvl="5" marL="2743200" algn="l">
              <a:lnSpc>
                <a:spcPct val="90000"/>
              </a:lnSpc>
              <a:spcBef>
                <a:spcPts val="10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30" name="Google Shape;30;p59"/>
          <p:cNvSpPr txBox="1"/>
          <p:nvPr>
            <p:ph idx="2" type="body"/>
          </p:nvPr>
        </p:nvSpPr>
        <p:spPr>
          <a:xfrm>
            <a:off x="840105" y="2239645"/>
            <a:ext cx="3931920" cy="3891915"/>
          </a:xfrm>
          <a:prstGeom prst="rect">
            <a:avLst/>
          </a:prstGeom>
          <a:noFill/>
          <a:ln>
            <a:noFill/>
          </a:ln>
        </p:spPr>
        <p:txBody>
          <a:bodyPr anchorCtr="0" anchor="t" bIns="0" lIns="101600" spcFirstLastPara="1" rIns="82550" wrap="square" tIns="0">
            <a:normAutofit/>
          </a:bodyPr>
          <a:lstStyle>
            <a:lvl1pPr indent="-381000" lvl="0" marL="457200" algn="l">
              <a:lnSpc>
                <a:spcPct val="130000"/>
              </a:lnSpc>
              <a:spcBef>
                <a:spcPts val="0"/>
              </a:spcBef>
              <a:spcAft>
                <a:spcPts val="0"/>
              </a:spcAft>
              <a:buClr>
                <a:schemeClr val="dk1"/>
              </a:buClr>
              <a:buSzPts val="2400"/>
              <a:buFont typeface="Arial"/>
              <a:buChar char="•"/>
              <a:defRPr sz="2400">
                <a:latin typeface="Arial"/>
                <a:ea typeface="Arial"/>
                <a:cs typeface="Arial"/>
                <a:sym typeface="Arial"/>
              </a:defRPr>
            </a:lvl1pPr>
            <a:lvl2pPr indent="-228600" lvl="1" marL="914400" algn="l">
              <a:lnSpc>
                <a:spcPct val="130000"/>
              </a:lnSpc>
              <a:spcBef>
                <a:spcPts val="1000"/>
              </a:spcBef>
              <a:spcAft>
                <a:spcPts val="0"/>
              </a:spcAft>
              <a:buClr>
                <a:schemeClr val="dk1"/>
              </a:buClr>
              <a:buSzPts val="1400"/>
              <a:buNone/>
              <a:defRPr sz="1400"/>
            </a:lvl2pPr>
            <a:lvl3pPr indent="-228600" lvl="2" marL="1371600" algn="l">
              <a:lnSpc>
                <a:spcPct val="130000"/>
              </a:lnSpc>
              <a:spcBef>
                <a:spcPts val="1000"/>
              </a:spcBef>
              <a:spcAft>
                <a:spcPts val="0"/>
              </a:spcAft>
              <a:buClr>
                <a:schemeClr val="dk1"/>
              </a:buClr>
              <a:buSzPts val="1200"/>
              <a:buNone/>
              <a:defRPr sz="1200"/>
            </a:lvl3pPr>
            <a:lvl4pPr indent="-228600" lvl="3" marL="1828800" algn="l">
              <a:lnSpc>
                <a:spcPct val="130000"/>
              </a:lnSpc>
              <a:spcBef>
                <a:spcPts val="1000"/>
              </a:spcBef>
              <a:spcAft>
                <a:spcPts val="0"/>
              </a:spcAft>
              <a:buClr>
                <a:schemeClr val="dk1"/>
              </a:buClr>
              <a:buSzPts val="1000"/>
              <a:buNone/>
              <a:defRPr sz="1000"/>
            </a:lvl4pPr>
            <a:lvl5pPr indent="-228600" lvl="4" marL="2286000" algn="l">
              <a:lnSpc>
                <a:spcPct val="130000"/>
              </a:lnSpc>
              <a:spcBef>
                <a:spcPts val="1000"/>
              </a:spcBef>
              <a:spcAft>
                <a:spcPts val="0"/>
              </a:spcAft>
              <a:buClr>
                <a:schemeClr val="dk1"/>
              </a:buClr>
              <a:buSzPts val="1000"/>
              <a:buNone/>
              <a:defRPr sz="1000"/>
            </a:lvl5pPr>
            <a:lvl6pPr indent="-228600" lvl="5" marL="2743200" algn="l">
              <a:lnSpc>
                <a:spcPct val="90000"/>
              </a:lnSpc>
              <a:spcBef>
                <a:spcPts val="10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注释">
  <p:cSld name="图片与注释">
    <p:spTree>
      <p:nvGrpSpPr>
        <p:cNvPr id="31" name="Shape 31"/>
        <p:cNvGrpSpPr/>
        <p:nvPr/>
      </p:nvGrpSpPr>
      <p:grpSpPr>
        <a:xfrm>
          <a:off x="0" y="0"/>
          <a:ext cx="0" cy="0"/>
          <a:chOff x="0" y="0"/>
          <a:chExt cx="0" cy="0"/>
        </a:xfrm>
      </p:grpSpPr>
      <p:sp>
        <p:nvSpPr>
          <p:cNvPr id="32" name="Google Shape;32;p60"/>
          <p:cNvSpPr txBox="1"/>
          <p:nvPr>
            <p:ph idx="11" type="ftr"/>
          </p:nvPr>
        </p:nvSpPr>
        <p:spPr>
          <a:xfrm>
            <a:off x="4116000" y="6349833"/>
            <a:ext cx="3960000" cy="3168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0"/>
          <p:cNvSpPr txBox="1"/>
          <p:nvPr>
            <p:ph idx="12" type="sldNum"/>
          </p:nvPr>
        </p:nvSpPr>
        <p:spPr>
          <a:xfrm>
            <a:off x="8610600" y="6349833"/>
            <a:ext cx="2700000" cy="3168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4" name="Google Shape;34;p60"/>
          <p:cNvSpPr txBox="1"/>
          <p:nvPr>
            <p:ph type="title"/>
          </p:nvPr>
        </p:nvSpPr>
        <p:spPr>
          <a:xfrm>
            <a:off x="669925" y="5605145"/>
            <a:ext cx="10852150" cy="558165"/>
          </a:xfrm>
          <a:prstGeom prst="rect">
            <a:avLst/>
          </a:prstGeom>
          <a:noFill/>
          <a:ln>
            <a:noFill/>
          </a:ln>
        </p:spPr>
        <p:txBody>
          <a:bodyPr anchorCtr="0" anchor="ctr" bIns="38100" lIns="101600" spcFirstLastPara="1" rIns="76200" wrap="square" tIns="38100">
            <a:noAutofit/>
          </a:bodyPr>
          <a:lstStyle>
            <a:lvl1pPr lvl="0" algn="l">
              <a:lnSpc>
                <a:spcPct val="100000"/>
              </a:lnSpc>
              <a:spcBef>
                <a:spcPts val="0"/>
              </a:spcBef>
              <a:spcAft>
                <a:spcPts val="0"/>
              </a:spcAft>
              <a:buClr>
                <a:schemeClr val="dk1"/>
              </a:buClr>
              <a:buSzPts val="3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0"/>
          <p:cNvSpPr txBox="1"/>
          <p:nvPr>
            <p:ph idx="1" type="body"/>
          </p:nvPr>
        </p:nvSpPr>
        <p:spPr>
          <a:xfrm>
            <a:off x="669925" y="641350"/>
            <a:ext cx="10852150" cy="4556125"/>
          </a:xfrm>
          <a:prstGeom prst="rect">
            <a:avLst/>
          </a:prstGeom>
          <a:noFill/>
          <a:ln>
            <a:noFill/>
          </a:ln>
        </p:spPr>
        <p:txBody>
          <a:bodyPr anchorCtr="0" anchor="t" bIns="0" lIns="101600" spcFirstLastPara="1" rIns="82550" wrap="square" tIns="0">
            <a:noAutofit/>
          </a:bodyPr>
          <a:lstStyle>
            <a:lvl1pPr indent="-381000" lvl="0" marL="457200" algn="l">
              <a:lnSpc>
                <a:spcPct val="130000"/>
              </a:lnSpc>
              <a:spcBef>
                <a:spcPts val="0"/>
              </a:spcBef>
              <a:spcAft>
                <a:spcPts val="0"/>
              </a:spcAft>
              <a:buClr>
                <a:srgbClr val="3F3F3F"/>
              </a:buClr>
              <a:buSzPts val="2400"/>
              <a:buChar char="•"/>
              <a:defRPr>
                <a:solidFill>
                  <a:srgbClr val="3F3F3F"/>
                </a:solidFill>
              </a:defRPr>
            </a:lvl1pPr>
            <a:lvl2pPr indent="-228600" lvl="1" marL="914400" algn="l">
              <a:lnSpc>
                <a:spcPct val="130000"/>
              </a:lnSpc>
              <a:spcBef>
                <a:spcPts val="1000"/>
              </a:spcBef>
              <a:spcAft>
                <a:spcPts val="0"/>
              </a:spcAft>
              <a:buClr>
                <a:srgbClr val="3F3F3F"/>
              </a:buClr>
              <a:buSzPts val="2400"/>
              <a:buNone/>
              <a:defRPr>
                <a:solidFill>
                  <a:srgbClr val="3F3F3F"/>
                </a:solidFill>
              </a:defRPr>
            </a:lvl2pPr>
            <a:lvl3pPr indent="-381000" lvl="2" marL="1371600" algn="l">
              <a:lnSpc>
                <a:spcPct val="130000"/>
              </a:lnSpc>
              <a:spcBef>
                <a:spcPts val="1000"/>
              </a:spcBef>
              <a:spcAft>
                <a:spcPts val="0"/>
              </a:spcAft>
              <a:buClr>
                <a:srgbClr val="3F3F3F"/>
              </a:buClr>
              <a:buSzPts val="2400"/>
              <a:buChar char="•"/>
              <a:defRPr>
                <a:solidFill>
                  <a:srgbClr val="3F3F3F"/>
                </a:solidFill>
              </a:defRPr>
            </a:lvl3pPr>
            <a:lvl4pPr indent="-381000" lvl="3" marL="1828800" algn="l">
              <a:lnSpc>
                <a:spcPct val="130000"/>
              </a:lnSpc>
              <a:spcBef>
                <a:spcPts val="1000"/>
              </a:spcBef>
              <a:spcAft>
                <a:spcPts val="0"/>
              </a:spcAft>
              <a:buClr>
                <a:srgbClr val="3F3F3F"/>
              </a:buClr>
              <a:buSzPts val="2400"/>
              <a:buChar char="•"/>
              <a:defRPr>
                <a:solidFill>
                  <a:srgbClr val="3F3F3F"/>
                </a:solidFill>
              </a:defRPr>
            </a:lvl4pPr>
            <a:lvl5pPr indent="-381000" lvl="4" marL="2286000" algn="l">
              <a:lnSpc>
                <a:spcPct val="130000"/>
              </a:lnSpc>
              <a:spcBef>
                <a:spcPts val="1000"/>
              </a:spcBef>
              <a:spcAft>
                <a:spcPts val="0"/>
              </a:spcAft>
              <a:buClr>
                <a:srgbClr val="3F3F3F"/>
              </a:buClr>
              <a:buSzPts val="2400"/>
              <a:buChar char="•"/>
              <a:defRPr>
                <a:solidFill>
                  <a:srgbClr val="3F3F3F"/>
                </a:solidFill>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0"/>
          <p:cNvSpPr txBox="1"/>
          <p:nvPr>
            <p:ph idx="10" type="dt"/>
          </p:nvPr>
        </p:nvSpPr>
        <p:spPr>
          <a:xfrm>
            <a:off x="879742" y="6349833"/>
            <a:ext cx="2700000" cy="3168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单张大图" type="vertTitleAndTx">
  <p:cSld name="VERTICAL_TITLE_AND_VERTICAL_TEXT">
    <p:spTree>
      <p:nvGrpSpPr>
        <p:cNvPr id="37" name="Shape 37"/>
        <p:cNvGrpSpPr/>
        <p:nvPr/>
      </p:nvGrpSpPr>
      <p:grpSpPr>
        <a:xfrm>
          <a:off x="0" y="0"/>
          <a:ext cx="0" cy="0"/>
          <a:chOff x="0" y="0"/>
          <a:chExt cx="0" cy="0"/>
        </a:xfrm>
      </p:grpSpPr>
      <p:sp>
        <p:nvSpPr>
          <p:cNvPr id="38" name="Google Shape;38;p61"/>
          <p:cNvSpPr txBox="1"/>
          <p:nvPr>
            <p:ph idx="11" type="ftr"/>
          </p:nvPr>
        </p:nvSpPr>
        <p:spPr>
          <a:xfrm>
            <a:off x="4116000" y="6349833"/>
            <a:ext cx="3960000" cy="3168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1"/>
          <p:cNvSpPr txBox="1"/>
          <p:nvPr>
            <p:ph idx="12" type="sldNum"/>
          </p:nvPr>
        </p:nvSpPr>
        <p:spPr>
          <a:xfrm>
            <a:off x="8610600" y="6349833"/>
            <a:ext cx="2700000" cy="3168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61"/>
          <p:cNvSpPr txBox="1"/>
          <p:nvPr>
            <p:ph idx="1" type="body"/>
          </p:nvPr>
        </p:nvSpPr>
        <p:spPr>
          <a:xfrm>
            <a:off x="0" y="0"/>
            <a:ext cx="12196445" cy="6868160"/>
          </a:xfrm>
          <a:prstGeom prst="rect">
            <a:avLst/>
          </a:prstGeom>
          <a:noFill/>
          <a:ln>
            <a:noFill/>
          </a:ln>
        </p:spPr>
        <p:txBody>
          <a:bodyPr anchorCtr="0" anchor="t" bIns="0" lIns="101600" spcFirstLastPara="1" rIns="82550" wrap="square" tIns="0">
            <a:noAutofit/>
          </a:bodyPr>
          <a:lstStyle>
            <a:lvl1pPr indent="-381000" lvl="0" marL="457200" marR="0" algn="l">
              <a:lnSpc>
                <a:spcPct val="130000"/>
              </a:lnSpc>
              <a:spcBef>
                <a:spcPts val="0"/>
              </a:spcBef>
              <a:spcAft>
                <a:spcPts val="0"/>
              </a:spcAft>
              <a:buClr>
                <a:srgbClr val="3F3F3F"/>
              </a:buClr>
              <a:buSzPts val="2400"/>
              <a:buFont typeface="Arial"/>
              <a:buChar char="•"/>
              <a:defRPr b="0" i="0" sz="2400" u="none" cap="none" strike="noStrike">
                <a:solidFill>
                  <a:srgbClr val="3F3F3F"/>
                </a:solidFill>
                <a:latin typeface="Arial"/>
                <a:ea typeface="Arial"/>
                <a:cs typeface="Arial"/>
                <a:sym typeface="Arial"/>
              </a:defRPr>
            </a:lvl1pPr>
            <a:lvl2pPr indent="-228600" lvl="1" marL="914400" marR="0" algn="l">
              <a:lnSpc>
                <a:spcPct val="130000"/>
              </a:lnSpc>
              <a:spcBef>
                <a:spcPts val="1000"/>
              </a:spcBef>
              <a:spcAft>
                <a:spcPts val="0"/>
              </a:spcAft>
              <a:buClr>
                <a:srgbClr val="3F3F3F"/>
              </a:buClr>
              <a:buSzPts val="2400"/>
              <a:buFont typeface="Arial"/>
              <a:buNone/>
              <a:defRPr b="0" i="0" sz="2400" u="none" cap="none" strike="noStrike">
                <a:solidFill>
                  <a:srgbClr val="3F3F3F"/>
                </a:solidFill>
                <a:latin typeface="Arial"/>
                <a:ea typeface="Arial"/>
                <a:cs typeface="Arial"/>
                <a:sym typeface="Arial"/>
              </a:defRPr>
            </a:lvl2pPr>
            <a:lvl3pPr indent="-381000" lvl="2" marL="1371600" marR="0" algn="l">
              <a:lnSpc>
                <a:spcPct val="130000"/>
              </a:lnSpc>
              <a:spcBef>
                <a:spcPts val="1000"/>
              </a:spcBef>
              <a:spcAft>
                <a:spcPts val="0"/>
              </a:spcAft>
              <a:buClr>
                <a:srgbClr val="3F3F3F"/>
              </a:buClr>
              <a:buSzPts val="2400"/>
              <a:buFont typeface="Arial"/>
              <a:buChar char="•"/>
              <a:defRPr b="0" i="0" sz="2400" u="none" cap="none" strike="noStrike">
                <a:solidFill>
                  <a:srgbClr val="3F3F3F"/>
                </a:solidFill>
                <a:latin typeface="Arial"/>
                <a:ea typeface="Arial"/>
                <a:cs typeface="Arial"/>
                <a:sym typeface="Arial"/>
              </a:defRPr>
            </a:lvl3pPr>
            <a:lvl4pPr indent="-381000" lvl="3" marL="1828800" marR="0" algn="l">
              <a:lnSpc>
                <a:spcPct val="130000"/>
              </a:lnSpc>
              <a:spcBef>
                <a:spcPts val="1000"/>
              </a:spcBef>
              <a:spcAft>
                <a:spcPts val="0"/>
              </a:spcAft>
              <a:buClr>
                <a:srgbClr val="3F3F3F"/>
              </a:buClr>
              <a:buSzPts val="2400"/>
              <a:buFont typeface="Arial"/>
              <a:buChar char="•"/>
              <a:defRPr b="0" i="0" sz="2400" u="none" cap="none" strike="noStrike">
                <a:solidFill>
                  <a:srgbClr val="3F3F3F"/>
                </a:solidFill>
                <a:latin typeface="Arial"/>
                <a:ea typeface="Arial"/>
                <a:cs typeface="Arial"/>
                <a:sym typeface="Arial"/>
              </a:defRPr>
            </a:lvl4pPr>
            <a:lvl5pPr indent="-381000" lvl="4" marL="2286000" marR="0" algn="l">
              <a:lnSpc>
                <a:spcPct val="130000"/>
              </a:lnSpc>
              <a:spcBef>
                <a:spcPts val="1000"/>
              </a:spcBef>
              <a:spcAft>
                <a:spcPts val="0"/>
              </a:spcAft>
              <a:buClr>
                <a:srgbClr val="3F3F3F"/>
              </a:buClr>
              <a:buSzPts val="2400"/>
              <a:buFont typeface="Arial"/>
              <a:buChar char="•"/>
              <a:defRPr b="0" i="0" sz="2400" u="none" cap="none" strike="noStrike">
                <a:solidFill>
                  <a:srgbClr val="3F3F3F"/>
                </a:solidFill>
                <a:latin typeface="Arial"/>
                <a:ea typeface="Arial"/>
                <a:cs typeface="Arial"/>
                <a:sym typeface="Arial"/>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联图片">
  <p:cSld name="两联图片">
    <p:spTree>
      <p:nvGrpSpPr>
        <p:cNvPr id="41" name="Shape 41"/>
        <p:cNvGrpSpPr/>
        <p:nvPr/>
      </p:nvGrpSpPr>
      <p:grpSpPr>
        <a:xfrm>
          <a:off x="0" y="0"/>
          <a:ext cx="0" cy="0"/>
          <a:chOff x="0" y="0"/>
          <a:chExt cx="0" cy="0"/>
        </a:xfrm>
      </p:grpSpPr>
      <p:sp>
        <p:nvSpPr>
          <p:cNvPr id="42" name="Google Shape;42;p62"/>
          <p:cNvSpPr txBox="1"/>
          <p:nvPr>
            <p:ph idx="11" type="ftr"/>
          </p:nvPr>
        </p:nvSpPr>
        <p:spPr>
          <a:xfrm>
            <a:off x="4116000" y="6349833"/>
            <a:ext cx="3960000" cy="3168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2"/>
          <p:cNvSpPr txBox="1"/>
          <p:nvPr>
            <p:ph idx="12" type="sldNum"/>
          </p:nvPr>
        </p:nvSpPr>
        <p:spPr>
          <a:xfrm>
            <a:off x="8610600" y="6349833"/>
            <a:ext cx="2700000" cy="3168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4" name="Google Shape;44;p62"/>
          <p:cNvSpPr txBox="1"/>
          <p:nvPr>
            <p:ph idx="1" type="body"/>
          </p:nvPr>
        </p:nvSpPr>
        <p:spPr>
          <a:xfrm>
            <a:off x="467995" y="565150"/>
            <a:ext cx="5400040" cy="5727700"/>
          </a:xfrm>
          <a:prstGeom prst="rect">
            <a:avLst/>
          </a:prstGeom>
          <a:noFill/>
          <a:ln>
            <a:noFill/>
          </a:ln>
        </p:spPr>
        <p:txBody>
          <a:bodyPr anchorCtr="0" anchor="t" bIns="0" lIns="101600" spcFirstLastPara="1" rIns="82550" wrap="square" tIns="0">
            <a:noAutofit/>
          </a:bodyPr>
          <a:lstStyle>
            <a:lvl1pPr indent="-381000" lvl="0" marL="457200" marR="0" algn="l">
              <a:lnSpc>
                <a:spcPct val="130000"/>
              </a:lnSpc>
              <a:spcBef>
                <a:spcPts val="0"/>
              </a:spcBef>
              <a:spcAft>
                <a:spcPts val="0"/>
              </a:spcAft>
              <a:buClr>
                <a:srgbClr val="3F3F3F"/>
              </a:buClr>
              <a:buSzPts val="2400"/>
              <a:buFont typeface="Arial"/>
              <a:buChar char="•"/>
              <a:defRPr b="0" i="0" sz="2400" u="none" cap="none" strike="noStrike">
                <a:solidFill>
                  <a:srgbClr val="3F3F3F"/>
                </a:solidFill>
                <a:latin typeface="Arial"/>
                <a:ea typeface="Arial"/>
                <a:cs typeface="Arial"/>
                <a:sym typeface="Arial"/>
              </a:defRPr>
            </a:lvl1pPr>
            <a:lvl2pPr indent="-381000" lvl="1" marL="914400" marR="0" algn="l">
              <a:lnSpc>
                <a:spcPct val="130000"/>
              </a:lnSpc>
              <a:spcBef>
                <a:spcPts val="1000"/>
              </a:spcBef>
              <a:spcAft>
                <a:spcPts val="0"/>
              </a:spcAft>
              <a:buClr>
                <a:srgbClr val="3F3F3F"/>
              </a:buClr>
              <a:buSzPts val="2400"/>
              <a:buFont typeface="Arial"/>
              <a:buChar char="•"/>
              <a:defRPr b="0" i="0" sz="2400" u="none" cap="none" strike="noStrike">
                <a:solidFill>
                  <a:srgbClr val="3F3F3F"/>
                </a:solidFill>
                <a:latin typeface="Arial"/>
                <a:ea typeface="Arial"/>
                <a:cs typeface="Arial"/>
                <a:sym typeface="Arial"/>
              </a:defRPr>
            </a:lvl2pPr>
            <a:lvl3pPr indent="-381000" lvl="2" marL="1371600" marR="0" algn="l">
              <a:lnSpc>
                <a:spcPct val="130000"/>
              </a:lnSpc>
              <a:spcBef>
                <a:spcPts val="1000"/>
              </a:spcBef>
              <a:spcAft>
                <a:spcPts val="0"/>
              </a:spcAft>
              <a:buClr>
                <a:srgbClr val="3F3F3F"/>
              </a:buClr>
              <a:buSzPts val="2400"/>
              <a:buFont typeface="Arial"/>
              <a:buChar char="•"/>
              <a:defRPr b="0" i="0" sz="2400" u="none" cap="none" strike="noStrike">
                <a:solidFill>
                  <a:srgbClr val="3F3F3F"/>
                </a:solidFill>
                <a:latin typeface="Arial"/>
                <a:ea typeface="Arial"/>
                <a:cs typeface="Arial"/>
                <a:sym typeface="Arial"/>
              </a:defRPr>
            </a:lvl3pPr>
            <a:lvl4pPr indent="-381000" lvl="3" marL="1828800" marR="0" algn="l">
              <a:lnSpc>
                <a:spcPct val="130000"/>
              </a:lnSpc>
              <a:spcBef>
                <a:spcPts val="1000"/>
              </a:spcBef>
              <a:spcAft>
                <a:spcPts val="0"/>
              </a:spcAft>
              <a:buClr>
                <a:srgbClr val="3F3F3F"/>
              </a:buClr>
              <a:buSzPts val="2400"/>
              <a:buFont typeface="Arial"/>
              <a:buChar char="•"/>
              <a:defRPr b="0" i="0" sz="2400" u="none" cap="none" strike="noStrike">
                <a:solidFill>
                  <a:srgbClr val="3F3F3F"/>
                </a:solidFill>
                <a:latin typeface="Arial"/>
                <a:ea typeface="Arial"/>
                <a:cs typeface="Arial"/>
                <a:sym typeface="Arial"/>
              </a:defRPr>
            </a:lvl4pPr>
            <a:lvl5pPr indent="-381000" lvl="4" marL="2286000" marR="0" algn="l">
              <a:lnSpc>
                <a:spcPct val="130000"/>
              </a:lnSpc>
              <a:spcBef>
                <a:spcPts val="1000"/>
              </a:spcBef>
              <a:spcAft>
                <a:spcPts val="0"/>
              </a:spcAft>
              <a:buClr>
                <a:srgbClr val="3F3F3F"/>
              </a:buClr>
              <a:buSzPts val="2400"/>
              <a:buFont typeface="Arial"/>
              <a:buChar char="•"/>
              <a:defRPr b="0" i="0" sz="2400" u="none" cap="none" strike="noStrike">
                <a:solidFill>
                  <a:srgbClr val="3F3F3F"/>
                </a:solidFill>
                <a:latin typeface="Arial"/>
                <a:ea typeface="Arial"/>
                <a:cs typeface="Arial"/>
                <a:sym typeface="Arial"/>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62"/>
          <p:cNvSpPr txBox="1"/>
          <p:nvPr>
            <p:ph idx="2" type="body"/>
          </p:nvPr>
        </p:nvSpPr>
        <p:spPr>
          <a:xfrm>
            <a:off x="6287770" y="565150"/>
            <a:ext cx="5400040" cy="5727700"/>
          </a:xfrm>
          <a:prstGeom prst="rect">
            <a:avLst/>
          </a:prstGeom>
          <a:noFill/>
          <a:ln>
            <a:noFill/>
          </a:ln>
        </p:spPr>
        <p:txBody>
          <a:bodyPr anchorCtr="0" anchor="t" bIns="0" lIns="101600" spcFirstLastPara="1" rIns="82550" wrap="square" tIns="0">
            <a:noAutofit/>
          </a:bodyPr>
          <a:lstStyle>
            <a:lvl1pPr indent="-381000" lvl="0" marL="457200" marR="0" algn="l">
              <a:lnSpc>
                <a:spcPct val="130000"/>
              </a:lnSpc>
              <a:spcBef>
                <a:spcPts val="0"/>
              </a:spcBef>
              <a:spcAft>
                <a:spcPts val="0"/>
              </a:spcAft>
              <a:buClr>
                <a:srgbClr val="3F3F3F"/>
              </a:buClr>
              <a:buSzPts val="2400"/>
              <a:buFont typeface="Arial"/>
              <a:buChar char="•"/>
              <a:defRPr b="0" i="0" sz="2400" u="none" cap="none" strike="noStrike">
                <a:solidFill>
                  <a:srgbClr val="3F3F3F"/>
                </a:solidFill>
                <a:latin typeface="Arial"/>
                <a:ea typeface="Arial"/>
                <a:cs typeface="Arial"/>
                <a:sym typeface="Arial"/>
              </a:defRPr>
            </a:lvl1pPr>
            <a:lvl2pPr indent="-381000" lvl="1" marL="914400" marR="0" algn="l">
              <a:lnSpc>
                <a:spcPct val="130000"/>
              </a:lnSpc>
              <a:spcBef>
                <a:spcPts val="1000"/>
              </a:spcBef>
              <a:spcAft>
                <a:spcPts val="0"/>
              </a:spcAft>
              <a:buClr>
                <a:srgbClr val="3F3F3F"/>
              </a:buClr>
              <a:buSzPts val="2400"/>
              <a:buFont typeface="Arial"/>
              <a:buChar char="•"/>
              <a:defRPr b="0" i="0" sz="2400" u="none" cap="none" strike="noStrike">
                <a:solidFill>
                  <a:srgbClr val="3F3F3F"/>
                </a:solidFill>
                <a:latin typeface="Arial"/>
                <a:ea typeface="Arial"/>
                <a:cs typeface="Arial"/>
                <a:sym typeface="Arial"/>
              </a:defRPr>
            </a:lvl2pPr>
            <a:lvl3pPr indent="-381000" lvl="2" marL="1371600" marR="0" algn="l">
              <a:lnSpc>
                <a:spcPct val="130000"/>
              </a:lnSpc>
              <a:spcBef>
                <a:spcPts val="1000"/>
              </a:spcBef>
              <a:spcAft>
                <a:spcPts val="0"/>
              </a:spcAft>
              <a:buClr>
                <a:srgbClr val="3F3F3F"/>
              </a:buClr>
              <a:buSzPts val="2400"/>
              <a:buFont typeface="Arial"/>
              <a:buChar char="•"/>
              <a:defRPr b="0" i="0" sz="2400" u="none" cap="none" strike="noStrike">
                <a:solidFill>
                  <a:srgbClr val="3F3F3F"/>
                </a:solidFill>
                <a:latin typeface="Arial"/>
                <a:ea typeface="Arial"/>
                <a:cs typeface="Arial"/>
                <a:sym typeface="Arial"/>
              </a:defRPr>
            </a:lvl3pPr>
            <a:lvl4pPr indent="-381000" lvl="3" marL="1828800" marR="0" algn="l">
              <a:lnSpc>
                <a:spcPct val="130000"/>
              </a:lnSpc>
              <a:spcBef>
                <a:spcPts val="1000"/>
              </a:spcBef>
              <a:spcAft>
                <a:spcPts val="0"/>
              </a:spcAft>
              <a:buClr>
                <a:srgbClr val="3F3F3F"/>
              </a:buClr>
              <a:buSzPts val="2400"/>
              <a:buFont typeface="Arial"/>
              <a:buChar char="•"/>
              <a:defRPr b="0" i="0" sz="2400" u="none" cap="none" strike="noStrike">
                <a:solidFill>
                  <a:srgbClr val="3F3F3F"/>
                </a:solidFill>
                <a:latin typeface="Arial"/>
                <a:ea typeface="Arial"/>
                <a:cs typeface="Arial"/>
                <a:sym typeface="Arial"/>
              </a:defRPr>
            </a:lvl4pPr>
            <a:lvl5pPr indent="-381000" lvl="4" marL="2286000" marR="0" algn="l">
              <a:lnSpc>
                <a:spcPct val="130000"/>
              </a:lnSpc>
              <a:spcBef>
                <a:spcPts val="1000"/>
              </a:spcBef>
              <a:spcAft>
                <a:spcPts val="0"/>
              </a:spcAft>
              <a:buClr>
                <a:srgbClr val="3F3F3F"/>
              </a:buClr>
              <a:buSzPts val="2400"/>
              <a:buFont typeface="Arial"/>
              <a:buChar char="•"/>
              <a:defRPr b="0" i="0" sz="2400" u="none" cap="none" strike="noStrike">
                <a:solidFill>
                  <a:srgbClr val="3F3F3F"/>
                </a:solidFill>
                <a:latin typeface="Arial"/>
                <a:ea typeface="Arial"/>
                <a:cs typeface="Arial"/>
                <a:sym typeface="Arial"/>
              </a:defRPr>
            </a:lvl5pPr>
            <a:lvl6pPr indent="-342900" lvl="5" marL="2743200" algn="l">
              <a:lnSpc>
                <a:spcPct val="90000"/>
              </a:lnSpc>
              <a:spcBef>
                <a:spcPts val="10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p:cSld name="仅标题">
    <p:spTree>
      <p:nvGrpSpPr>
        <p:cNvPr id="46" name="Shape 46"/>
        <p:cNvGrpSpPr/>
        <p:nvPr/>
      </p:nvGrpSpPr>
      <p:grpSpPr>
        <a:xfrm>
          <a:off x="0" y="0"/>
          <a:ext cx="0" cy="0"/>
          <a:chOff x="0" y="0"/>
          <a:chExt cx="0" cy="0"/>
        </a:xfrm>
      </p:grpSpPr>
      <p:sp>
        <p:nvSpPr>
          <p:cNvPr id="47" name="Google Shape;47;p63"/>
          <p:cNvSpPr txBox="1"/>
          <p:nvPr>
            <p:ph idx="11" type="ftr"/>
          </p:nvPr>
        </p:nvSpPr>
        <p:spPr>
          <a:xfrm>
            <a:off x="4116000" y="6349833"/>
            <a:ext cx="3960000" cy="3168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3"/>
          <p:cNvSpPr txBox="1"/>
          <p:nvPr>
            <p:ph idx="12" type="sldNum"/>
          </p:nvPr>
        </p:nvSpPr>
        <p:spPr>
          <a:xfrm>
            <a:off x="8610600" y="6349833"/>
            <a:ext cx="2700000" cy="3168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9" name="Google Shape;49;p63"/>
          <p:cNvSpPr txBox="1"/>
          <p:nvPr>
            <p:ph type="title"/>
          </p:nvPr>
        </p:nvSpPr>
        <p:spPr>
          <a:xfrm>
            <a:off x="669882" y="623591"/>
            <a:ext cx="10852237" cy="899167"/>
          </a:xfrm>
          <a:prstGeom prst="rect">
            <a:avLst/>
          </a:prstGeom>
          <a:noFill/>
          <a:ln>
            <a:noFill/>
          </a:ln>
        </p:spPr>
        <p:txBody>
          <a:bodyPr anchorCtr="0" anchor="ctr" bIns="38100" lIns="101600" spcFirstLastPara="1" rIns="25400" wrap="square" tIns="38100">
            <a:noAutofit/>
          </a:bodyPr>
          <a:lstStyle>
            <a:lvl1pPr lvl="0" marR="0" algn="ctr">
              <a:lnSpc>
                <a:spcPct val="100000"/>
              </a:lnSpc>
              <a:spcBef>
                <a:spcPts val="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p:cSld name="空白">
    <p:spTree>
      <p:nvGrpSpPr>
        <p:cNvPr id="50" name="Shape 50"/>
        <p:cNvGrpSpPr/>
        <p:nvPr/>
      </p:nvGrpSpPr>
      <p:grpSpPr>
        <a:xfrm>
          <a:off x="0" y="0"/>
          <a:ext cx="0" cy="0"/>
          <a:chOff x="0" y="0"/>
          <a:chExt cx="0" cy="0"/>
        </a:xfrm>
      </p:grpSpPr>
      <p:sp>
        <p:nvSpPr>
          <p:cNvPr id="51" name="Google Shape;51;p64"/>
          <p:cNvSpPr txBox="1"/>
          <p:nvPr>
            <p:ph idx="11" type="ftr"/>
          </p:nvPr>
        </p:nvSpPr>
        <p:spPr>
          <a:xfrm>
            <a:off x="4116000" y="6349833"/>
            <a:ext cx="3960000" cy="3168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4"/>
          <p:cNvSpPr txBox="1"/>
          <p:nvPr>
            <p:ph idx="12" type="sldNum"/>
          </p:nvPr>
        </p:nvSpPr>
        <p:spPr>
          <a:xfrm>
            <a:off x="8610600" y="6349833"/>
            <a:ext cx="2700000" cy="3168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59" name="Shape 59"/>
        <p:cNvGrpSpPr/>
        <p:nvPr/>
      </p:nvGrpSpPr>
      <p:grpSpPr>
        <a:xfrm>
          <a:off x="0" y="0"/>
          <a:ext cx="0" cy="0"/>
          <a:chOff x="0" y="0"/>
          <a:chExt cx="0" cy="0"/>
        </a:xfrm>
      </p:grpSpPr>
      <p:sp>
        <p:nvSpPr>
          <p:cNvPr id="60" name="Google Shape;60;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5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5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66" name="Shape 66"/>
        <p:cNvGrpSpPr/>
        <p:nvPr/>
      </p:nvGrpSpPr>
      <p:grpSpPr>
        <a:xfrm>
          <a:off x="0" y="0"/>
          <a:ext cx="0" cy="0"/>
          <a:chOff x="0" y="0"/>
          <a:chExt cx="0" cy="0"/>
        </a:xfrm>
      </p:grpSpPr>
      <p:sp>
        <p:nvSpPr>
          <p:cNvPr id="67" name="Google Shape;67;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72" name="Shape 72"/>
        <p:cNvGrpSpPr/>
        <p:nvPr/>
      </p:nvGrpSpPr>
      <p:grpSpPr>
        <a:xfrm>
          <a:off x="0" y="0"/>
          <a:ext cx="0" cy="0"/>
          <a:chOff x="0" y="0"/>
          <a:chExt cx="0" cy="0"/>
        </a:xfrm>
      </p:grpSpPr>
      <p:sp>
        <p:nvSpPr>
          <p:cNvPr id="73" name="Google Shape;73;p5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5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75" name="Google Shape;75;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78" name="Shape 78"/>
        <p:cNvGrpSpPr/>
        <p:nvPr/>
      </p:nvGrpSpPr>
      <p:grpSpPr>
        <a:xfrm>
          <a:off x="0" y="0"/>
          <a:ext cx="0" cy="0"/>
          <a:chOff x="0" y="0"/>
          <a:chExt cx="0" cy="0"/>
        </a:xfrm>
      </p:grpSpPr>
      <p:sp>
        <p:nvSpPr>
          <p:cNvPr id="79" name="Google Shape;79;p6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6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81" name="Google Shape;81;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84" name="Shape 84"/>
        <p:cNvGrpSpPr/>
        <p:nvPr/>
      </p:nvGrpSpPr>
      <p:grpSpPr>
        <a:xfrm>
          <a:off x="0" y="0"/>
          <a:ext cx="0" cy="0"/>
          <a:chOff x="0" y="0"/>
          <a:chExt cx="0" cy="0"/>
        </a:xfrm>
      </p:grpSpPr>
      <p:sp>
        <p:nvSpPr>
          <p:cNvPr id="85" name="Google Shape;85;p6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6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7" name="Google Shape;87;p6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6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9" name="Google Shape;89;p6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93" name="Shape 93"/>
        <p:cNvGrpSpPr/>
        <p:nvPr/>
      </p:nvGrpSpPr>
      <p:grpSpPr>
        <a:xfrm>
          <a:off x="0" y="0"/>
          <a:ext cx="0" cy="0"/>
          <a:chOff x="0" y="0"/>
          <a:chExt cx="0" cy="0"/>
        </a:xfrm>
      </p:grpSpPr>
      <p:sp>
        <p:nvSpPr>
          <p:cNvPr id="94" name="Google Shape;94;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98" name="Shape 98"/>
        <p:cNvGrpSpPr/>
        <p:nvPr/>
      </p:nvGrpSpPr>
      <p:grpSpPr>
        <a:xfrm>
          <a:off x="0" y="0"/>
          <a:ext cx="0" cy="0"/>
          <a:chOff x="0" y="0"/>
          <a:chExt cx="0" cy="0"/>
        </a:xfrm>
      </p:grpSpPr>
      <p:sp>
        <p:nvSpPr>
          <p:cNvPr id="99" name="Google Shape;99;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102" name="Shape 102"/>
        <p:cNvGrpSpPr/>
        <p:nvPr/>
      </p:nvGrpSpPr>
      <p:grpSpPr>
        <a:xfrm>
          <a:off x="0" y="0"/>
          <a:ext cx="0" cy="0"/>
          <a:chOff x="0" y="0"/>
          <a:chExt cx="0" cy="0"/>
        </a:xfrm>
      </p:grpSpPr>
      <p:sp>
        <p:nvSpPr>
          <p:cNvPr id="103" name="Google Shape;103;p6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6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05" name="Google Shape;105;p6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6" name="Google Shape;106;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109" name="Shape 109"/>
        <p:cNvGrpSpPr/>
        <p:nvPr/>
      </p:nvGrpSpPr>
      <p:grpSpPr>
        <a:xfrm>
          <a:off x="0" y="0"/>
          <a:ext cx="0" cy="0"/>
          <a:chOff x="0" y="0"/>
          <a:chExt cx="0" cy="0"/>
        </a:xfrm>
      </p:grpSpPr>
      <p:sp>
        <p:nvSpPr>
          <p:cNvPr id="110" name="Google Shape;110;p7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70"/>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112" name="Google Shape;112;p7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3" name="Google Shape;113;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116" name="Shape 116"/>
        <p:cNvGrpSpPr/>
        <p:nvPr/>
      </p:nvGrpSpPr>
      <p:grpSpPr>
        <a:xfrm>
          <a:off x="0" y="0"/>
          <a:ext cx="0" cy="0"/>
          <a:chOff x="0" y="0"/>
          <a:chExt cx="0" cy="0"/>
        </a:xfrm>
      </p:grpSpPr>
      <p:sp>
        <p:nvSpPr>
          <p:cNvPr id="117" name="Google Shape;117;p7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7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垂直排列标题与&#10;文本" type="vertTitleAndTx">
  <p:cSld name="VERTICAL_TITLE_AND_VERTICAL_TEXT">
    <p:spTree>
      <p:nvGrpSpPr>
        <p:cNvPr id="122" name="Shape 122"/>
        <p:cNvGrpSpPr/>
        <p:nvPr/>
      </p:nvGrpSpPr>
      <p:grpSpPr>
        <a:xfrm>
          <a:off x="0" y="0"/>
          <a:ext cx="0" cy="0"/>
          <a:chOff x="0" y="0"/>
          <a:chExt cx="0" cy="0"/>
        </a:xfrm>
      </p:grpSpPr>
      <p:sp>
        <p:nvSpPr>
          <p:cNvPr id="123" name="Google Shape;123;p7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7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2" Type="http://schemas.openxmlformats.org/officeDocument/2006/relationships/theme" Target="../theme/theme3.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6E6"/>
        </a:solidFill>
      </p:bgPr>
    </p:bg>
    <p:spTree>
      <p:nvGrpSpPr>
        <p:cNvPr id="9" name="Shape 9"/>
        <p:cNvGrpSpPr/>
        <p:nvPr/>
      </p:nvGrpSpPr>
      <p:grpSpPr>
        <a:xfrm>
          <a:off x="0" y="0"/>
          <a:ext cx="0" cy="0"/>
          <a:chOff x="0" y="0"/>
          <a:chExt cx="0" cy="0"/>
        </a:xfrm>
      </p:grpSpPr>
      <p:sp>
        <p:nvSpPr>
          <p:cNvPr id="10" name="Google Shape;10;p52"/>
          <p:cNvSpPr txBox="1"/>
          <p:nvPr>
            <p:ph idx="10" type="dt"/>
          </p:nvPr>
        </p:nvSpPr>
        <p:spPr>
          <a:xfrm>
            <a:off x="879742" y="6349833"/>
            <a:ext cx="2700000" cy="3168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1" name="Google Shape;11;p52"/>
          <p:cNvSpPr txBox="1"/>
          <p:nvPr>
            <p:ph idx="11" type="ftr"/>
          </p:nvPr>
        </p:nvSpPr>
        <p:spPr>
          <a:xfrm>
            <a:off x="4116000" y="6349833"/>
            <a:ext cx="3960000" cy="3168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2" name="Google Shape;12;p52"/>
          <p:cNvSpPr txBox="1"/>
          <p:nvPr>
            <p:ph idx="12" type="sldNum"/>
          </p:nvPr>
        </p:nvSpPr>
        <p:spPr>
          <a:xfrm>
            <a:off x="8610600" y="6349833"/>
            <a:ext cx="2700000" cy="316800"/>
          </a:xfrm>
          <a:prstGeom prst="rect">
            <a:avLst/>
          </a:prstGeom>
          <a:noFill/>
          <a:ln>
            <a:noFill/>
          </a:ln>
        </p:spPr>
        <p:txBody>
          <a:bodyPr anchorCtr="0" anchor="ctr" bIns="45700" lIns="91425" spcFirstLastPara="1" rIns="91425" wrap="square" tIns="45700">
            <a:norm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3" name="Google Shape;13;p52"/>
          <p:cNvSpPr txBox="1"/>
          <p:nvPr>
            <p:ph type="title"/>
          </p:nvPr>
        </p:nvSpPr>
        <p:spPr>
          <a:xfrm>
            <a:off x="669882" y="581225"/>
            <a:ext cx="10852237" cy="648000"/>
          </a:xfrm>
          <a:prstGeom prst="rect">
            <a:avLst/>
          </a:prstGeom>
          <a:noFill/>
          <a:ln>
            <a:noFill/>
          </a:ln>
        </p:spPr>
        <p:txBody>
          <a:bodyPr anchorCtr="0" anchor="ctr" bIns="38100" lIns="101600" spcFirstLastPara="1" rIns="76200" wrap="square" tIns="38100">
            <a:noAutofit/>
          </a:bodyPr>
          <a:lstStyle>
            <a:lvl1pPr lvl="0" marR="0" rtl="0" algn="l">
              <a:lnSpc>
                <a:spcPct val="100000"/>
              </a:lnSpc>
              <a:spcBef>
                <a:spcPts val="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 name="Google Shape;14;p52"/>
          <p:cNvSpPr txBox="1"/>
          <p:nvPr>
            <p:ph idx="1" type="body"/>
          </p:nvPr>
        </p:nvSpPr>
        <p:spPr>
          <a:xfrm>
            <a:off x="669925" y="1508125"/>
            <a:ext cx="10852150" cy="4749165"/>
          </a:xfrm>
          <a:prstGeom prst="rect">
            <a:avLst/>
          </a:prstGeom>
          <a:noFill/>
          <a:ln>
            <a:noFill/>
          </a:ln>
        </p:spPr>
        <p:txBody>
          <a:bodyPr anchorCtr="0" anchor="t" bIns="0" lIns="101600" spcFirstLastPara="1" rIns="82550" wrap="square" tIns="0">
            <a:normAutofit/>
          </a:bodyPr>
          <a:lstStyle>
            <a:lvl1pPr indent="-381000" lvl="0" marL="457200" marR="0" rtl="0" algn="l">
              <a:lnSpc>
                <a:spcPct val="13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81000" lvl="1" marL="914400" marR="0" rtl="0" algn="l">
              <a:lnSpc>
                <a:spcPct val="130000"/>
              </a:lnSpc>
              <a:spcBef>
                <a:spcPts val="10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marR="0" rtl="0" algn="l">
              <a:lnSpc>
                <a:spcPct val="130000"/>
              </a:lnSpc>
              <a:spcBef>
                <a:spcPts val="10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81000" lvl="3" marL="1828800" marR="0" rtl="0" algn="l">
              <a:lnSpc>
                <a:spcPct val="130000"/>
              </a:lnSpc>
              <a:spcBef>
                <a:spcPts val="10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indent="-381000" lvl="4" marL="2286000" marR="0" rtl="0" algn="l">
              <a:lnSpc>
                <a:spcPct val="130000"/>
              </a:lnSpc>
              <a:spcBef>
                <a:spcPts val="10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indent="-342900" lvl="5" marL="2743200" marR="0" rtl="0" algn="l">
              <a:lnSpc>
                <a:spcPct val="90000"/>
              </a:lnSpc>
              <a:spcBef>
                <a:spcPts val="10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6E6"/>
        </a:solidFill>
      </p:bgPr>
    </p:bg>
    <p:spTree>
      <p:nvGrpSpPr>
        <p:cNvPr id="53" name="Shape 53"/>
        <p:cNvGrpSpPr/>
        <p:nvPr/>
      </p:nvGrpSpPr>
      <p:grpSpPr>
        <a:xfrm>
          <a:off x="0" y="0"/>
          <a:ext cx="0" cy="0"/>
          <a:chOff x="0" y="0"/>
          <a:chExt cx="0" cy="0"/>
        </a:xfrm>
      </p:grpSpPr>
      <p:sp>
        <p:nvSpPr>
          <p:cNvPr id="54" name="Google Shape;54;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5" name="Google Shape;55;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6" name="Google Shape;56;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7" name="Google Shape;57;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 Id="rId3" Type="http://schemas.openxmlformats.org/officeDocument/2006/relationships/image" Target="../media/image22.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slide" Target="/ppt/slides/slid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 Id="rId3" Type="http://schemas.openxmlformats.org/officeDocument/2006/relationships/image" Target="../media/image2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 Id="rId3" Type="http://schemas.openxmlformats.org/officeDocument/2006/relationships/image" Target="../media/image33.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 Id="rId3"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 Id="rId3" Type="http://schemas.openxmlformats.org/officeDocument/2006/relationships/image" Target="../media/image36.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 Id="rId3" Type="http://schemas.openxmlformats.org/officeDocument/2006/relationships/image" Target="../media/image3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 Id="rId3" Type="http://schemas.openxmlformats.org/officeDocument/2006/relationships/image" Target="../media/image26.png"/><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 Id="rId3" Type="http://schemas.openxmlformats.org/officeDocument/2006/relationships/image" Target="../media/image31.png"/><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 Id="rId3" Type="http://schemas.openxmlformats.org/officeDocument/2006/relationships/image" Target="../media/image4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 Id="rId3" Type="http://schemas.openxmlformats.org/officeDocument/2006/relationships/image" Target="../media/image41.png"/><Relationship Id="rId4" Type="http://schemas.openxmlformats.org/officeDocument/2006/relationships/slide" Target="/ppt/slides/slide8.xml"/><Relationship Id="rId5" Type="http://schemas.openxmlformats.org/officeDocument/2006/relationships/image" Target="../media/image4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 Id="rId3" Type="http://schemas.openxmlformats.org/officeDocument/2006/relationships/image" Target="../media/image38.png"/><Relationship Id="rId4" Type="http://schemas.openxmlformats.org/officeDocument/2006/relationships/image" Target="../media/image42.png"/><Relationship Id="rId5" Type="http://schemas.openxmlformats.org/officeDocument/2006/relationships/image" Target="../media/image40.png"/><Relationship Id="rId6" Type="http://schemas.openxmlformats.org/officeDocument/2006/relationships/slide" Target="/ppt/slides/slide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xml"/><Relationship Id="rId3" Type="http://schemas.openxmlformats.org/officeDocument/2006/relationships/image" Target="../media/image46.png"/><Relationship Id="rId4" Type="http://schemas.openxmlformats.org/officeDocument/2006/relationships/slide" Target="/ppt/slides/slide8.xml"/><Relationship Id="rId5" Type="http://schemas.openxmlformats.org/officeDocument/2006/relationships/image" Target="../media/image39.png"/><Relationship Id="rId6" Type="http://schemas.openxmlformats.org/officeDocument/2006/relationships/image" Target="../media/image45.png"/><Relationship Id="rId7" Type="http://schemas.openxmlformats.org/officeDocument/2006/relationships/slide" Target="/ppt/slid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
          <p:cNvSpPr txBox="1"/>
          <p:nvPr>
            <p:ph type="ctrTitle"/>
          </p:nvPr>
        </p:nvSpPr>
        <p:spPr>
          <a:xfrm>
            <a:off x="656319" y="844122"/>
            <a:ext cx="10852237" cy="899167"/>
          </a:xfrm>
          <a:prstGeom prst="rect">
            <a:avLst/>
          </a:prstGeom>
          <a:noFill/>
          <a:ln>
            <a:noFill/>
          </a:ln>
        </p:spPr>
        <p:txBody>
          <a:bodyPr anchorCtr="0" anchor="t" bIns="38100" lIns="101600" spcFirstLastPara="1" rIns="25400" wrap="square" tIns="38100">
            <a:noAutofit/>
          </a:bodyPr>
          <a:lstStyle/>
          <a:p>
            <a:pPr indent="0" lvl="0" marL="0" rtl="0" algn="ctr">
              <a:lnSpc>
                <a:spcPct val="100000"/>
              </a:lnSpc>
              <a:spcBef>
                <a:spcPts val="0"/>
              </a:spcBef>
              <a:spcAft>
                <a:spcPts val="0"/>
              </a:spcAft>
              <a:buClr>
                <a:schemeClr val="dk1"/>
              </a:buClr>
              <a:buSzPts val="5400"/>
              <a:buFont typeface="Impact"/>
              <a:buNone/>
            </a:pPr>
            <a:r>
              <a:rPr lang="en-US">
                <a:latin typeface="Impact"/>
                <a:ea typeface="Impact"/>
                <a:cs typeface="Impact"/>
                <a:sym typeface="Impact"/>
              </a:rPr>
              <a:t>Conference Management System</a:t>
            </a:r>
            <a:endParaRPr>
              <a:latin typeface="Impact"/>
              <a:ea typeface="Impact"/>
              <a:cs typeface="Impact"/>
              <a:sym typeface="Impact"/>
            </a:endParaRPr>
          </a:p>
        </p:txBody>
      </p:sp>
      <p:sp>
        <p:nvSpPr>
          <p:cNvPr id="133" name="Google Shape;133;p1"/>
          <p:cNvSpPr txBox="1"/>
          <p:nvPr>
            <p:ph idx="1" type="subTitle"/>
          </p:nvPr>
        </p:nvSpPr>
        <p:spPr>
          <a:xfrm>
            <a:off x="857425" y="2668100"/>
            <a:ext cx="10852200" cy="2810400"/>
          </a:xfrm>
          <a:prstGeom prst="rect">
            <a:avLst/>
          </a:prstGeom>
          <a:noFill/>
          <a:ln>
            <a:noFill/>
          </a:ln>
        </p:spPr>
        <p:txBody>
          <a:bodyPr anchorCtr="0" anchor="ctr" bIns="38100" lIns="101600" spcFirstLastPara="1" rIns="76200" wrap="square" tIns="38100">
            <a:noAutofit/>
          </a:bodyPr>
          <a:lstStyle/>
          <a:p>
            <a:pPr indent="0" lvl="0" marL="0" rtl="0" algn="ctr">
              <a:lnSpc>
                <a:spcPct val="100000"/>
              </a:lnSpc>
              <a:spcBef>
                <a:spcPts val="0"/>
              </a:spcBef>
              <a:spcAft>
                <a:spcPts val="0"/>
              </a:spcAft>
              <a:buClr>
                <a:schemeClr val="dk1"/>
              </a:buClr>
              <a:buSzPts val="2400"/>
              <a:buNone/>
            </a:pPr>
            <a:r>
              <a:rPr lang="en-US">
                <a:latin typeface="Impact"/>
                <a:ea typeface="Impact"/>
                <a:cs typeface="Impact"/>
                <a:sym typeface="Impact"/>
              </a:rPr>
              <a:t>A professional and efficient CMS system for organise conferences</a:t>
            </a:r>
            <a:endParaRPr>
              <a:latin typeface="Impact"/>
              <a:ea typeface="Impact"/>
              <a:cs typeface="Impact"/>
              <a:sym typeface="Impact"/>
            </a:endParaRPr>
          </a:p>
          <a:p>
            <a:pPr indent="0" lvl="0" marL="0" rtl="0" algn="l">
              <a:lnSpc>
                <a:spcPct val="100000"/>
              </a:lnSpc>
              <a:spcBef>
                <a:spcPts val="1000"/>
              </a:spcBef>
              <a:spcAft>
                <a:spcPts val="0"/>
              </a:spcAft>
              <a:buClr>
                <a:schemeClr val="dk1"/>
              </a:buClr>
              <a:buSzPts val="2400"/>
              <a:buNone/>
            </a:pPr>
            <a:r>
              <a:t/>
            </a:r>
            <a:endParaRPr>
              <a:latin typeface="Calibri"/>
              <a:ea typeface="Calibri"/>
              <a:cs typeface="Calibri"/>
              <a:sym typeface="Calibri"/>
            </a:endParaRPr>
          </a:p>
          <a:p>
            <a:pPr indent="0" lvl="0" marL="0" rtl="0" algn="l">
              <a:lnSpc>
                <a:spcPct val="100000"/>
              </a:lnSpc>
              <a:spcBef>
                <a:spcPts val="1000"/>
              </a:spcBef>
              <a:spcAft>
                <a:spcPts val="0"/>
              </a:spcAft>
              <a:buClr>
                <a:schemeClr val="dk1"/>
              </a:buClr>
              <a:buSzPts val="2400"/>
              <a:buNone/>
            </a:pPr>
            <a:r>
              <a:t/>
            </a:r>
            <a:endParaRPr>
              <a:latin typeface="Calibri"/>
              <a:ea typeface="Calibri"/>
              <a:cs typeface="Calibri"/>
              <a:sym typeface="Calibri"/>
            </a:endParaRPr>
          </a:p>
          <a:p>
            <a:pPr indent="0" lvl="0" marL="0" rtl="0" algn="ctr">
              <a:lnSpc>
                <a:spcPct val="100000"/>
              </a:lnSpc>
              <a:spcBef>
                <a:spcPts val="1000"/>
              </a:spcBef>
              <a:spcAft>
                <a:spcPts val="0"/>
              </a:spcAft>
              <a:buClr>
                <a:schemeClr val="dk1"/>
              </a:buClr>
              <a:buSzPts val="2400"/>
              <a:buNone/>
            </a:pPr>
            <a:r>
              <a:rPr lang="en-US">
                <a:latin typeface="Calibri"/>
                <a:ea typeface="Calibri"/>
                <a:cs typeface="Calibri"/>
                <a:sym typeface="Calibri"/>
              </a:rPr>
              <a:t>Team 43 </a:t>
            </a:r>
            <a:endParaRPr>
              <a:latin typeface="Calibri"/>
              <a:ea typeface="Calibri"/>
              <a:cs typeface="Calibri"/>
              <a:sym typeface="Calibri"/>
            </a:endParaRPr>
          </a:p>
          <a:p>
            <a:pPr indent="0" lvl="0" marL="0" rtl="0" algn="ctr">
              <a:lnSpc>
                <a:spcPct val="100000"/>
              </a:lnSpc>
              <a:spcBef>
                <a:spcPts val="1000"/>
              </a:spcBef>
              <a:spcAft>
                <a:spcPts val="0"/>
              </a:spcAft>
              <a:buClr>
                <a:schemeClr val="dk1"/>
              </a:buClr>
              <a:buSzPts val="2400"/>
              <a:buNone/>
            </a:pPr>
            <a:r>
              <a:rPr lang="en-US">
                <a:latin typeface="Calibri"/>
                <a:ea typeface="Calibri"/>
                <a:cs typeface="Calibri"/>
                <a:sym typeface="Calibri"/>
              </a:rPr>
              <a:t>Present by Kaustubh Kundu</a:t>
            </a:r>
            <a:endParaRPr>
              <a:latin typeface="Calibri"/>
              <a:ea typeface="Calibri"/>
              <a:cs typeface="Calibri"/>
              <a:sym typeface="Calibri"/>
            </a:endParaRPr>
          </a:p>
          <a:p>
            <a:pPr indent="0" lvl="0" marL="5029200" rtl="0" algn="r">
              <a:lnSpc>
                <a:spcPct val="100000"/>
              </a:lnSpc>
              <a:spcBef>
                <a:spcPts val="0"/>
              </a:spcBef>
              <a:spcAft>
                <a:spcPts val="0"/>
              </a:spcAft>
              <a:buClr>
                <a:schemeClr val="dk1"/>
              </a:buClr>
              <a:buSzPts val="2400"/>
              <a:buNone/>
            </a:pPr>
            <a:r>
              <a:rPr lang="en-US">
                <a:latin typeface="Calibri"/>
                <a:ea typeface="Calibri"/>
                <a:cs typeface="Calibri"/>
                <a:sym typeface="Calibri"/>
              </a:rPr>
              <a:t>     Yi Chong</a:t>
            </a:r>
            <a:endParaRPr>
              <a:latin typeface="Calibri"/>
              <a:ea typeface="Calibri"/>
              <a:cs typeface="Calibri"/>
              <a:sym typeface="Calibri"/>
            </a:endParaRPr>
          </a:p>
          <a:p>
            <a:pPr indent="0" lvl="0" marL="5029200" rtl="0" algn="r">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     Kaustubh Kundu</a:t>
            </a:r>
            <a:endParaRPr>
              <a:latin typeface="Calibri"/>
              <a:ea typeface="Calibri"/>
              <a:cs typeface="Calibri"/>
              <a:sym typeface="Calibri"/>
            </a:endParaRPr>
          </a:p>
          <a:p>
            <a:pPr indent="0" lvl="0" marL="0" rtl="0" algn="r">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                                                                              Zihao Zhao</a:t>
            </a:r>
            <a:endParaRPr>
              <a:latin typeface="Calibri"/>
              <a:ea typeface="Calibri"/>
              <a:cs typeface="Calibri"/>
              <a:sym typeface="Calibri"/>
            </a:endParaRPr>
          </a:p>
          <a:p>
            <a:pPr indent="0" lvl="0" marL="0" rtl="0" algn="r">
              <a:lnSpc>
                <a:spcPct val="100000"/>
              </a:lnSpc>
              <a:spcBef>
                <a:spcPts val="0"/>
              </a:spcBef>
              <a:spcAft>
                <a:spcPts val="0"/>
              </a:spcAft>
              <a:buClr>
                <a:schemeClr val="dk1"/>
              </a:buClr>
              <a:buSzPts val="2400"/>
              <a:buNone/>
            </a:pPr>
            <a:r>
              <a:rPr lang="en-US">
                <a:latin typeface="Calibri"/>
                <a:ea typeface="Calibri"/>
                <a:cs typeface="Calibri"/>
                <a:sym typeface="Calibri"/>
              </a:rPr>
              <a:t>                                                                              Zan Liu</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
          <p:cNvSpPr txBox="1"/>
          <p:nvPr>
            <p:ph type="title"/>
          </p:nvPr>
        </p:nvSpPr>
        <p:spPr>
          <a:xfrm>
            <a:off x="674914" y="14741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b="1" lang="en-US" sz="4800">
                <a:latin typeface="Calibri"/>
                <a:ea typeface="Calibri"/>
                <a:cs typeface="Calibri"/>
                <a:sym typeface="Calibri"/>
              </a:rPr>
              <a:t>Features &amp; functions</a:t>
            </a:r>
            <a:endParaRPr b="1" sz="4800">
              <a:latin typeface="Calibri"/>
              <a:ea typeface="Calibri"/>
              <a:cs typeface="Calibri"/>
              <a:sym typeface="Calibri"/>
            </a:endParaRPr>
          </a:p>
        </p:txBody>
      </p:sp>
      <p:sp>
        <p:nvSpPr>
          <p:cNvPr id="139" name="Google Shape;139;p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AutoNum type="arabicPeriod"/>
            </a:pPr>
            <a:r>
              <a:rPr lang="en-US">
                <a:latin typeface="Calibri"/>
                <a:ea typeface="Calibri"/>
                <a:cs typeface="Calibri"/>
                <a:sym typeface="Calibri"/>
              </a:rPr>
              <a:t>User Registration </a:t>
            </a:r>
            <a:endParaRPr>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AutoNum type="arabicPeriod"/>
            </a:pPr>
            <a:r>
              <a:rPr lang="en-US">
                <a:latin typeface="Calibri"/>
                <a:ea typeface="Calibri"/>
                <a:cs typeface="Calibri"/>
                <a:sym typeface="Calibri"/>
              </a:rPr>
              <a:t>Conference Management</a:t>
            </a:r>
            <a:endParaRPr>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AutoNum type="arabicPeriod"/>
            </a:pPr>
            <a:r>
              <a:rPr lang="en-US">
                <a:latin typeface="Calibri"/>
                <a:ea typeface="Calibri"/>
                <a:cs typeface="Calibri"/>
                <a:sym typeface="Calibri"/>
              </a:rPr>
              <a:t>Paper Submission </a:t>
            </a:r>
            <a:endParaRPr>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AutoNum type="arabicPeriod"/>
            </a:pPr>
            <a:r>
              <a:rPr lang="en-US">
                <a:latin typeface="Calibri"/>
                <a:ea typeface="Calibri"/>
                <a:cs typeface="Calibri"/>
                <a:sym typeface="Calibri"/>
              </a:rPr>
              <a:t>Review Management</a:t>
            </a:r>
            <a:endParaRPr>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AutoNum type="arabicPeriod"/>
            </a:pPr>
            <a:r>
              <a:rPr lang="en-US">
                <a:latin typeface="Calibri"/>
                <a:ea typeface="Calibri"/>
                <a:cs typeface="Calibri"/>
                <a:sym typeface="Calibri"/>
              </a:rPr>
              <a:t>Administration </a:t>
            </a:r>
            <a:endParaRPr>
              <a:latin typeface="Calibri"/>
              <a:ea typeface="Calibri"/>
              <a:cs typeface="Calibri"/>
              <a:sym typeface="Calibri"/>
            </a:endParaRPr>
          </a:p>
        </p:txBody>
      </p:sp>
      <p:sp>
        <p:nvSpPr>
          <p:cNvPr id="140" name="Google Shape;140;p2"/>
          <p:cNvSpPr/>
          <p:nvPr/>
        </p:nvSpPr>
        <p:spPr>
          <a:xfrm>
            <a:off x="-6803" y="1251857"/>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4"/>
          <p:cNvSpPr txBox="1"/>
          <p:nvPr>
            <p:ph type="title"/>
          </p:nvPr>
        </p:nvSpPr>
        <p:spPr>
          <a:xfrm>
            <a:off x="389164" y="1746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b="1" lang="en-US" sz="4800"/>
              <a:t>Feature 1 User Registration</a:t>
            </a:r>
            <a:endParaRPr b="1" sz="4800"/>
          </a:p>
        </p:txBody>
      </p:sp>
      <p:sp>
        <p:nvSpPr>
          <p:cNvPr id="146" name="Google Shape;146;p4"/>
          <p:cNvSpPr txBox="1"/>
          <p:nvPr>
            <p:ph idx="1" type="body"/>
          </p:nvPr>
        </p:nvSpPr>
        <p:spPr>
          <a:xfrm>
            <a:off x="841375" y="1846036"/>
            <a:ext cx="8041821" cy="208189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solidFill>
                  <a:schemeClr val="dk1"/>
                </a:solidFill>
              </a:rPr>
              <a:t>1. Register</a:t>
            </a:r>
            <a:endParaRPr>
              <a:solidFill>
                <a:schemeClr val="dk1"/>
              </a:solidFill>
            </a:endParaRPr>
          </a:p>
          <a:p>
            <a:pPr indent="0" lvl="0" marL="0" rtl="0" algn="l">
              <a:lnSpc>
                <a:spcPct val="90000"/>
              </a:lnSpc>
              <a:spcBef>
                <a:spcPts val="1000"/>
              </a:spcBef>
              <a:spcAft>
                <a:spcPts val="0"/>
              </a:spcAft>
              <a:buClr>
                <a:schemeClr val="dk1"/>
              </a:buClr>
              <a:buSzPts val="2800"/>
              <a:buNone/>
            </a:pPr>
            <a:r>
              <a:rPr lang="en-US">
                <a:solidFill>
                  <a:schemeClr val="dk1"/>
                </a:solidFill>
              </a:rPr>
              <a:t>2. Login</a:t>
            </a:r>
            <a:endParaRPr>
              <a:solidFill>
                <a:schemeClr val="dk1"/>
              </a:solidFill>
            </a:endParaRPr>
          </a:p>
        </p:txBody>
      </p:sp>
      <p:pic>
        <p:nvPicPr>
          <p:cNvPr descr="upload_025793099" id="147" name="Google Shape;147;p4"/>
          <p:cNvPicPr preferRelativeResize="0"/>
          <p:nvPr/>
        </p:nvPicPr>
        <p:blipFill rotWithShape="1">
          <a:blip r:embed="rId3">
            <a:alphaModFix/>
          </a:blip>
          <a:srcRect b="0" l="0" r="0" t="0"/>
          <a:stretch/>
        </p:blipFill>
        <p:spPr>
          <a:xfrm>
            <a:off x="2852208" y="3286125"/>
            <a:ext cx="9334500" cy="3566583"/>
          </a:xfrm>
          <a:prstGeom prst="rect">
            <a:avLst/>
          </a:prstGeom>
          <a:noFill/>
          <a:ln>
            <a:noFill/>
          </a:ln>
        </p:spPr>
      </p:pic>
      <p:sp>
        <p:nvSpPr>
          <p:cNvPr id="148" name="Google Shape;148;p4"/>
          <p:cNvSpPr/>
          <p:nvPr/>
        </p:nvSpPr>
        <p:spPr>
          <a:xfrm>
            <a:off x="6804" y="1251857"/>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5"/>
          <p:cNvSpPr/>
          <p:nvPr/>
        </p:nvSpPr>
        <p:spPr>
          <a:xfrm>
            <a:off x="6804" y="503464"/>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4" name="Google Shape;154;p5"/>
          <p:cNvSpPr txBox="1"/>
          <p:nvPr/>
        </p:nvSpPr>
        <p:spPr>
          <a:xfrm>
            <a:off x="11925" y="5132925"/>
            <a:ext cx="9682500" cy="1756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r>
              <a:rPr lang="en-US" sz="1800">
                <a:latin typeface="Calibri"/>
                <a:ea typeface="Calibri"/>
                <a:cs typeface="Calibri"/>
                <a:sym typeface="Calibri"/>
              </a:rPr>
              <a:t>At the start of the application the user can see a Register / Login page.</a:t>
            </a:r>
            <a:endParaRPr b="0" i="0" sz="1800" u="none" cap="none" strike="noStrike">
              <a:solidFill>
                <a:srgbClr val="00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When user enter 1, it jumps to the Registration Screen.</a:t>
            </a:r>
            <a:endParaRPr b="0" i="0" sz="1800" u="none" cap="none" strike="noStrike">
              <a:solidFill>
                <a:srgbClr val="00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Once the user fills the details,  registration will complete and directed to the choose role.</a:t>
            </a:r>
            <a:endParaRPr b="0" i="0" sz="1800" u="none" cap="none" strike="noStrike">
              <a:solidFill>
                <a:srgbClr val="000000"/>
              </a:solidFill>
              <a:latin typeface="Calibri"/>
              <a:ea typeface="Calibri"/>
              <a:cs typeface="Calibri"/>
              <a:sym typeface="Calibri"/>
            </a:endParaRPr>
          </a:p>
        </p:txBody>
      </p:sp>
      <p:pic>
        <p:nvPicPr>
          <p:cNvPr id="155" name="Google Shape;155;p5"/>
          <p:cNvPicPr preferRelativeResize="0"/>
          <p:nvPr/>
        </p:nvPicPr>
        <p:blipFill>
          <a:blip r:embed="rId3">
            <a:alphaModFix/>
          </a:blip>
          <a:stretch>
            <a:fillRect/>
          </a:stretch>
        </p:blipFill>
        <p:spPr>
          <a:xfrm>
            <a:off x="306925" y="847098"/>
            <a:ext cx="3276600" cy="1911275"/>
          </a:xfrm>
          <a:prstGeom prst="rect">
            <a:avLst/>
          </a:prstGeom>
          <a:noFill/>
          <a:ln>
            <a:noFill/>
          </a:ln>
        </p:spPr>
      </p:pic>
      <p:pic>
        <p:nvPicPr>
          <p:cNvPr id="156" name="Google Shape;156;p5"/>
          <p:cNvPicPr preferRelativeResize="0"/>
          <p:nvPr/>
        </p:nvPicPr>
        <p:blipFill>
          <a:blip r:embed="rId4">
            <a:alphaModFix/>
          </a:blip>
          <a:stretch>
            <a:fillRect/>
          </a:stretch>
        </p:blipFill>
        <p:spPr>
          <a:xfrm>
            <a:off x="4864175" y="791925"/>
            <a:ext cx="7327824" cy="4216025"/>
          </a:xfrm>
          <a:prstGeom prst="rect">
            <a:avLst/>
          </a:prstGeom>
          <a:noFill/>
          <a:ln>
            <a:noFill/>
          </a:ln>
        </p:spPr>
      </p:pic>
      <p:cxnSp>
        <p:nvCxnSpPr>
          <p:cNvPr id="157" name="Google Shape;157;p5"/>
          <p:cNvCxnSpPr>
            <a:stCxn id="155" idx="3"/>
          </p:cNvCxnSpPr>
          <p:nvPr/>
        </p:nvCxnSpPr>
        <p:spPr>
          <a:xfrm flipH="1" rot="10800000">
            <a:off x="3583525" y="1800336"/>
            <a:ext cx="1264800" cy="2400"/>
          </a:xfrm>
          <a:prstGeom prst="straightConnector1">
            <a:avLst/>
          </a:prstGeom>
          <a:noFill/>
          <a:ln cap="flat" cmpd="sng" w="25400">
            <a:solidFill>
              <a:srgbClr val="979797"/>
            </a:solidFill>
            <a:prstDash val="solid"/>
            <a:miter lim="800000"/>
            <a:headEnd len="sm" w="sm" type="none"/>
            <a:tailEnd len="med" w="med" type="stealth"/>
          </a:ln>
        </p:spPr>
      </p:cxnSp>
      <p:sp>
        <p:nvSpPr>
          <p:cNvPr id="158" name="Google Shape;158;p5"/>
          <p:cNvSpPr txBox="1"/>
          <p:nvPr/>
        </p:nvSpPr>
        <p:spPr>
          <a:xfrm>
            <a:off x="11935" y="3781"/>
            <a:ext cx="3281700" cy="4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Calibri"/>
                <a:ea typeface="Calibri"/>
                <a:cs typeface="Calibri"/>
                <a:sym typeface="Calibri"/>
              </a:rPr>
              <a:t>Registration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7"/>
          <p:cNvSpPr/>
          <p:nvPr/>
        </p:nvSpPr>
        <p:spPr>
          <a:xfrm>
            <a:off x="6804" y="503464"/>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4" name="Google Shape;164;p7"/>
          <p:cNvSpPr txBox="1"/>
          <p:nvPr/>
        </p:nvSpPr>
        <p:spPr>
          <a:xfrm>
            <a:off x="518800" y="4327000"/>
            <a:ext cx="8470800" cy="63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If the user already has an account, he/she can login with email address and password.</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lang="en-US" sz="1800">
                <a:latin typeface="Calibri"/>
                <a:ea typeface="Calibri"/>
                <a:cs typeface="Calibri"/>
                <a:sym typeface="Calibri"/>
              </a:rPr>
              <a:t>- If the user enters wrong information, they will be </a:t>
            </a:r>
            <a:r>
              <a:rPr lang="en-US" sz="1800">
                <a:latin typeface="Calibri"/>
                <a:ea typeface="Calibri"/>
                <a:cs typeface="Calibri"/>
                <a:sym typeface="Calibri"/>
              </a:rPr>
              <a:t>redirected</a:t>
            </a:r>
            <a:r>
              <a:rPr lang="en-US" sz="1800">
                <a:latin typeface="Calibri"/>
                <a:ea typeface="Calibri"/>
                <a:cs typeface="Calibri"/>
                <a:sym typeface="Calibri"/>
              </a:rPr>
              <a:t> to another page.</a:t>
            </a:r>
            <a:endParaRPr sz="1800">
              <a:latin typeface="Calibri"/>
              <a:ea typeface="Calibri"/>
              <a:cs typeface="Calibri"/>
              <a:sym typeface="Calibri"/>
            </a:endParaRPr>
          </a:p>
        </p:txBody>
      </p:sp>
      <p:pic>
        <p:nvPicPr>
          <p:cNvPr id="165" name="Google Shape;165;p7"/>
          <p:cNvPicPr preferRelativeResize="0"/>
          <p:nvPr/>
        </p:nvPicPr>
        <p:blipFill rotWithShape="1">
          <a:blip r:embed="rId3">
            <a:alphaModFix/>
          </a:blip>
          <a:srcRect b="55416" l="0" r="0" t="0"/>
          <a:stretch/>
        </p:blipFill>
        <p:spPr>
          <a:xfrm>
            <a:off x="152400" y="791920"/>
            <a:ext cx="10798325" cy="1911275"/>
          </a:xfrm>
          <a:prstGeom prst="rect">
            <a:avLst/>
          </a:prstGeom>
          <a:noFill/>
          <a:ln>
            <a:noFill/>
          </a:ln>
        </p:spPr>
      </p:pic>
      <p:sp>
        <p:nvSpPr>
          <p:cNvPr id="166" name="Google Shape;166;p7"/>
          <p:cNvSpPr txBox="1"/>
          <p:nvPr/>
        </p:nvSpPr>
        <p:spPr>
          <a:xfrm>
            <a:off x="11935" y="3781"/>
            <a:ext cx="3281700" cy="4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Login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6"/>
          <p:cNvSpPr/>
          <p:nvPr/>
        </p:nvSpPr>
        <p:spPr>
          <a:xfrm>
            <a:off x="6847779" y="3777766"/>
            <a:ext cx="1765812" cy="1739845"/>
          </a:xfrm>
          <a:prstGeom prst="flowChartMagneticDisk">
            <a:avLst/>
          </a:prstGeom>
          <a:solidFill>
            <a:srgbClr val="E2E6ED"/>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1800">
                <a:latin typeface="Calibri"/>
                <a:ea typeface="Calibri"/>
                <a:cs typeface="Calibri"/>
                <a:sym typeface="Calibri"/>
              </a:rPr>
              <a:t>txt file</a:t>
            </a:r>
            <a:endParaRPr b="0" i="0" sz="1800" u="none" cap="none" strike="noStrike">
              <a:solidFill>
                <a:srgbClr val="000000"/>
              </a:solidFill>
              <a:latin typeface="Calibri"/>
              <a:ea typeface="Calibri"/>
              <a:cs typeface="Calibri"/>
              <a:sym typeface="Calibri"/>
            </a:endParaRPr>
          </a:p>
        </p:txBody>
      </p:sp>
      <p:graphicFrame>
        <p:nvGraphicFramePr>
          <p:cNvPr id="172" name="Google Shape;172;p6"/>
          <p:cNvGraphicFramePr/>
          <p:nvPr/>
        </p:nvGraphicFramePr>
        <p:xfrm>
          <a:off x="4529763" y="2046992"/>
          <a:ext cx="3000000" cy="3000000"/>
        </p:xfrm>
        <a:graphic>
          <a:graphicData uri="http://schemas.openxmlformats.org/drawingml/2006/table">
            <a:tbl>
              <a:tblPr bandRow="1" firstRow="1">
                <a:noFill/>
                <a:tableStyleId>{BC6458EC-9E3F-4F0A-A3BD-80A797804211}</a:tableStyleId>
              </a:tblPr>
              <a:tblGrid>
                <a:gridCol w="707750"/>
                <a:gridCol w="683475"/>
                <a:gridCol w="926775"/>
                <a:gridCol w="1224525"/>
                <a:gridCol w="1146850"/>
                <a:gridCol w="948875"/>
                <a:gridCol w="826950"/>
                <a:gridCol w="784875"/>
              </a:tblGrid>
              <a:tr h="579125">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Name</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Email</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Password</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Qualification</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Occupation</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Employ_detail</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Phone_no</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Field</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40075">
                <a:tc>
                  <a:txBody>
                    <a:bodyPr/>
                    <a:lstStyle/>
                    <a:p>
                      <a:pPr indent="0" lvl="0" marL="0" marR="0" rtl="0" algn="ctr">
                        <a:lnSpc>
                          <a:spcPct val="100000"/>
                        </a:lnSpc>
                        <a:spcBef>
                          <a:spcPts val="0"/>
                        </a:spcBef>
                        <a:spcAft>
                          <a:spcPts val="0"/>
                        </a:spcAft>
                        <a:buClr>
                          <a:schemeClr val="dk1"/>
                        </a:buClr>
                        <a:buSzPts val="1200"/>
                        <a:buFont typeface="Calibri"/>
                        <a:buNone/>
                      </a:pPr>
                      <a:r>
                        <a:rPr lang="en-US" sz="1200" u="none" cap="none" strike="noStrike"/>
                        <a:t>Kaustubh Kundu</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a:t>zihao@gmail.com</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a:t>12345678</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u="none" cap="none" strike="noStrike"/>
                        <a:t>PhD</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a:t>Student</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a:t>Monash</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a:t>0001117723</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a:t>ML,SE</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cxnSp>
        <p:nvCxnSpPr>
          <p:cNvPr id="173" name="Google Shape;173;p6"/>
          <p:cNvCxnSpPr/>
          <p:nvPr/>
        </p:nvCxnSpPr>
        <p:spPr>
          <a:xfrm flipH="1" rot="10800000">
            <a:off x="4295625" y="4943025"/>
            <a:ext cx="2432100" cy="15900"/>
          </a:xfrm>
          <a:prstGeom prst="straightConnector1">
            <a:avLst/>
          </a:prstGeom>
          <a:noFill/>
          <a:ln cap="flat" cmpd="sng" w="25400">
            <a:solidFill>
              <a:srgbClr val="979797"/>
            </a:solidFill>
            <a:prstDash val="solid"/>
            <a:miter lim="800000"/>
            <a:headEnd len="sm" w="sm" type="none"/>
            <a:tailEnd len="med" w="med" type="stealth"/>
          </a:ln>
        </p:spPr>
      </p:cxnSp>
      <p:sp>
        <p:nvSpPr>
          <p:cNvPr id="174" name="Google Shape;174;p6"/>
          <p:cNvSpPr txBox="1"/>
          <p:nvPr/>
        </p:nvSpPr>
        <p:spPr>
          <a:xfrm>
            <a:off x="4783682" y="4321391"/>
            <a:ext cx="1262100" cy="92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Stored in</a:t>
            </a:r>
            <a:endParaRPr b="0" i="0" sz="1800" u="none" cap="none" strike="noStrike">
              <a:solidFill>
                <a:schemeClr val="dk1"/>
              </a:solidFill>
              <a:latin typeface="Calibri"/>
              <a:ea typeface="Calibri"/>
              <a:cs typeface="Calibri"/>
              <a:sym typeface="Calibri"/>
            </a:endParaRPr>
          </a:p>
        </p:txBody>
      </p:sp>
      <p:sp>
        <p:nvSpPr>
          <p:cNvPr id="175" name="Google Shape;175;p6"/>
          <p:cNvSpPr txBox="1"/>
          <p:nvPr/>
        </p:nvSpPr>
        <p:spPr>
          <a:xfrm>
            <a:off x="4078563" y="236345"/>
            <a:ext cx="34179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Data storage</a:t>
            </a:r>
            <a:endParaRPr b="0" i="0" sz="1800" u="none" cap="none" strike="noStrike">
              <a:solidFill>
                <a:schemeClr val="dk1"/>
              </a:solidFill>
              <a:latin typeface="Calibri"/>
              <a:ea typeface="Calibri"/>
              <a:cs typeface="Calibri"/>
              <a:sym typeface="Calibri"/>
            </a:endParaRPr>
          </a:p>
        </p:txBody>
      </p:sp>
      <p:sp>
        <p:nvSpPr>
          <p:cNvPr id="176" name="Google Shape;176;p6"/>
          <p:cNvSpPr/>
          <p:nvPr/>
        </p:nvSpPr>
        <p:spPr>
          <a:xfrm>
            <a:off x="6804" y="938893"/>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177" name="Google Shape;177;p6"/>
          <p:cNvPicPr preferRelativeResize="0"/>
          <p:nvPr/>
        </p:nvPicPr>
        <p:blipFill>
          <a:blip r:embed="rId3">
            <a:alphaModFix/>
          </a:blip>
          <a:stretch>
            <a:fillRect/>
          </a:stretch>
        </p:blipFill>
        <p:spPr>
          <a:xfrm>
            <a:off x="152400" y="1227377"/>
            <a:ext cx="4019550" cy="4189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8"/>
          <p:cNvSpPr/>
          <p:nvPr/>
        </p:nvSpPr>
        <p:spPr>
          <a:xfrm>
            <a:off x="4807165" y="4225058"/>
            <a:ext cx="1765812" cy="1739845"/>
          </a:xfrm>
          <a:prstGeom prst="flowChartMagneticDisk">
            <a:avLst/>
          </a:prstGeom>
          <a:solidFill>
            <a:srgbClr val="E2E6ED"/>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1800">
                <a:latin typeface="Calibri"/>
                <a:ea typeface="Calibri"/>
                <a:cs typeface="Calibri"/>
                <a:sym typeface="Calibri"/>
              </a:rPr>
              <a:t>txt file</a:t>
            </a:r>
            <a:endParaRPr b="0" i="0" sz="1800" u="none" cap="none" strike="noStrike">
              <a:solidFill>
                <a:srgbClr val="000000"/>
              </a:solidFill>
              <a:latin typeface="Calibri"/>
              <a:ea typeface="Calibri"/>
              <a:cs typeface="Calibri"/>
              <a:sym typeface="Calibri"/>
            </a:endParaRPr>
          </a:p>
        </p:txBody>
      </p:sp>
      <p:graphicFrame>
        <p:nvGraphicFramePr>
          <p:cNvPr id="183" name="Google Shape;183;p8"/>
          <p:cNvGraphicFramePr/>
          <p:nvPr/>
        </p:nvGraphicFramePr>
        <p:xfrm>
          <a:off x="3261771" y="1959429"/>
          <a:ext cx="3000000" cy="3000000"/>
        </p:xfrm>
        <a:graphic>
          <a:graphicData uri="http://schemas.openxmlformats.org/drawingml/2006/table">
            <a:tbl>
              <a:tblPr bandRow="1" firstRow="1">
                <a:noFill/>
                <a:tableStyleId>{BC6458EC-9E3F-4F0A-A3BD-80A797804211}</a:tableStyleId>
              </a:tblPr>
              <a:tblGrid>
                <a:gridCol w="855300"/>
                <a:gridCol w="825950"/>
                <a:gridCol w="1119950"/>
                <a:gridCol w="1479825"/>
                <a:gridCol w="1385925"/>
                <a:gridCol w="965075"/>
                <a:gridCol w="1180975"/>
                <a:gridCol w="948500"/>
              </a:tblGrid>
              <a:tr h="579125">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Name</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Email</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Password</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Qualification</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Occupation</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Employ_detail</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Phone_no</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Field</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57225">
                <a:tc>
                  <a:txBody>
                    <a:bodyPr/>
                    <a:lstStyle/>
                    <a:p>
                      <a:pPr indent="0" lvl="0" marL="0" marR="0" rtl="0" algn="ctr">
                        <a:lnSpc>
                          <a:spcPct val="100000"/>
                        </a:lnSpc>
                        <a:spcBef>
                          <a:spcPts val="0"/>
                        </a:spcBef>
                        <a:spcAft>
                          <a:spcPts val="0"/>
                        </a:spcAft>
                        <a:buClr>
                          <a:schemeClr val="dk1"/>
                        </a:buClr>
                        <a:buSzPts val="1200"/>
                        <a:buFont typeface="Calibri"/>
                        <a:buNone/>
                      </a:pPr>
                      <a:r>
                        <a:rPr lang="en-US" sz="1200" u="none" cap="none" strike="noStrike"/>
                        <a:t>Kaustubh Kundu</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a:t>zan</a:t>
                      </a:r>
                      <a:r>
                        <a:rPr lang="en-US" sz="1200" u="none" cap="none" strike="noStrike"/>
                        <a:t>@</a:t>
                      </a:r>
                      <a:r>
                        <a:rPr lang="en-US" sz="1200"/>
                        <a:t>gmail.com</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t>123456678</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u="none" cap="none" strike="noStrike"/>
                        <a:t>PhD</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a:t>Student</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a:t>Monash</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u="none" cap="none" strike="noStrike"/>
                        <a:t>+9187428383</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a:t>ML,SE</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cxnSp>
        <p:nvCxnSpPr>
          <p:cNvPr id="184" name="Google Shape;184;p8"/>
          <p:cNvCxnSpPr/>
          <p:nvPr/>
        </p:nvCxnSpPr>
        <p:spPr>
          <a:xfrm flipH="1">
            <a:off x="2998431" y="5286750"/>
            <a:ext cx="1764883" cy="9706"/>
          </a:xfrm>
          <a:prstGeom prst="straightConnector1">
            <a:avLst/>
          </a:prstGeom>
          <a:noFill/>
          <a:ln cap="flat" cmpd="sng" w="25400">
            <a:solidFill>
              <a:srgbClr val="979797"/>
            </a:solidFill>
            <a:prstDash val="solid"/>
            <a:miter lim="800000"/>
            <a:headEnd len="sm" w="sm" type="none"/>
            <a:tailEnd len="med" w="med" type="stealth"/>
          </a:ln>
        </p:spPr>
      </p:cxnSp>
      <p:sp>
        <p:nvSpPr>
          <p:cNvPr id="185" name="Google Shape;185;p8"/>
          <p:cNvSpPr txBox="1"/>
          <p:nvPr/>
        </p:nvSpPr>
        <p:spPr>
          <a:xfrm>
            <a:off x="4392738" y="349805"/>
            <a:ext cx="3417770" cy="52197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Information check</a:t>
            </a:r>
            <a:endParaRPr b="0" i="0" sz="1800" u="none" cap="none" strike="noStrike">
              <a:solidFill>
                <a:schemeClr val="dk1"/>
              </a:solidFill>
              <a:latin typeface="Calibri"/>
              <a:ea typeface="Calibri"/>
              <a:cs typeface="Calibri"/>
              <a:sym typeface="Calibri"/>
            </a:endParaRPr>
          </a:p>
        </p:txBody>
      </p:sp>
      <p:sp>
        <p:nvSpPr>
          <p:cNvPr id="186" name="Google Shape;186;p8"/>
          <p:cNvSpPr/>
          <p:nvPr/>
        </p:nvSpPr>
        <p:spPr>
          <a:xfrm>
            <a:off x="6804" y="1006928"/>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cxnSp>
        <p:nvCxnSpPr>
          <p:cNvPr id="187" name="Google Shape;187;p8"/>
          <p:cNvCxnSpPr/>
          <p:nvPr/>
        </p:nvCxnSpPr>
        <p:spPr>
          <a:xfrm flipH="1">
            <a:off x="5815225" y="3421425"/>
            <a:ext cx="1209300" cy="781500"/>
          </a:xfrm>
          <a:prstGeom prst="straightConnector1">
            <a:avLst/>
          </a:prstGeom>
          <a:noFill/>
          <a:ln cap="flat" cmpd="sng" w="25400">
            <a:solidFill>
              <a:srgbClr val="979797"/>
            </a:solidFill>
            <a:prstDash val="solid"/>
            <a:miter lim="800000"/>
            <a:headEnd len="sm" w="sm" type="none"/>
            <a:tailEnd len="med" w="med" type="stealth"/>
          </a:ln>
        </p:spPr>
      </p:cxnSp>
      <p:pic>
        <p:nvPicPr>
          <p:cNvPr id="188" name="Google Shape;188;p8"/>
          <p:cNvPicPr preferRelativeResize="0"/>
          <p:nvPr/>
        </p:nvPicPr>
        <p:blipFill>
          <a:blip r:embed="rId3">
            <a:alphaModFix/>
          </a:blip>
          <a:stretch>
            <a:fillRect/>
          </a:stretch>
        </p:blipFill>
        <p:spPr>
          <a:xfrm>
            <a:off x="0" y="3625600"/>
            <a:ext cx="3017200" cy="2339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1"/>
          <p:cNvSpPr/>
          <p:nvPr/>
        </p:nvSpPr>
        <p:spPr>
          <a:xfrm>
            <a:off x="6804" y="503464"/>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4" name="Google Shape;194;p11"/>
          <p:cNvSpPr txBox="1"/>
          <p:nvPr/>
        </p:nvSpPr>
        <p:spPr>
          <a:xfrm>
            <a:off x="9568570" y="5193393"/>
            <a:ext cx="2939100" cy="421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5" name="Google Shape;195;p11"/>
          <p:cNvSpPr txBox="1"/>
          <p:nvPr/>
        </p:nvSpPr>
        <p:spPr>
          <a:xfrm>
            <a:off x="-24850" y="4687150"/>
            <a:ext cx="11748300" cy="1946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After the login/registration, the role choose screen appear.</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lang="en-US" sz="1800">
                <a:latin typeface="Calibri"/>
                <a:ea typeface="Calibri"/>
                <a:cs typeface="Calibri"/>
                <a:sym typeface="Calibri"/>
              </a:rPr>
              <a:t>- This role choose screen is personalised for specific users. </a:t>
            </a:r>
            <a:endParaRPr sz="18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lang="en-US" sz="1800">
                <a:latin typeface="Calibri"/>
                <a:ea typeface="Calibri"/>
                <a:cs typeface="Calibri"/>
                <a:sym typeface="Calibri"/>
              </a:rPr>
              <a:t>- If the user has chosen to be Chair, Reviewer and Author in this application while registering, then all of the options will be displayed. </a:t>
            </a:r>
            <a:endParaRPr sz="18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lang="en-US" sz="1800">
                <a:latin typeface="Calibri"/>
                <a:ea typeface="Calibri"/>
                <a:cs typeface="Calibri"/>
                <a:sym typeface="Calibri"/>
              </a:rPr>
              <a:t>- On the other hand, if the user has </a:t>
            </a:r>
            <a:r>
              <a:rPr lang="en-US" sz="1800">
                <a:solidFill>
                  <a:schemeClr val="dk1"/>
                </a:solidFill>
                <a:latin typeface="Calibri"/>
                <a:ea typeface="Calibri"/>
                <a:cs typeface="Calibri"/>
                <a:sym typeface="Calibri"/>
              </a:rPr>
              <a:t> to be Chair and Reviewer in this application while registering, then only those options will be displayed.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sz="1800">
              <a:latin typeface="Calibri"/>
              <a:ea typeface="Calibri"/>
              <a:cs typeface="Calibri"/>
              <a:sym typeface="Calibri"/>
            </a:endParaRPr>
          </a:p>
        </p:txBody>
      </p:sp>
      <p:pic>
        <p:nvPicPr>
          <p:cNvPr id="196" name="Google Shape;196;p11"/>
          <p:cNvPicPr preferRelativeResize="0"/>
          <p:nvPr/>
        </p:nvPicPr>
        <p:blipFill>
          <a:blip r:embed="rId3">
            <a:alphaModFix/>
          </a:blip>
          <a:stretch>
            <a:fillRect/>
          </a:stretch>
        </p:blipFill>
        <p:spPr>
          <a:xfrm>
            <a:off x="152400" y="791928"/>
            <a:ext cx="12039600" cy="3262875"/>
          </a:xfrm>
          <a:prstGeom prst="rect">
            <a:avLst/>
          </a:prstGeom>
          <a:noFill/>
          <a:ln>
            <a:noFill/>
          </a:ln>
        </p:spPr>
      </p:pic>
      <p:sp>
        <p:nvSpPr>
          <p:cNvPr id="197" name="Google Shape;197;p11"/>
          <p:cNvSpPr txBox="1"/>
          <p:nvPr/>
        </p:nvSpPr>
        <p:spPr>
          <a:xfrm>
            <a:off x="11935" y="3781"/>
            <a:ext cx="3281700" cy="4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Calibri"/>
                <a:ea typeface="Calibri"/>
                <a:cs typeface="Calibri"/>
                <a:sym typeface="Calibri"/>
              </a:rPr>
              <a:t>Choose role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2"/>
          <p:cNvSpPr txBox="1"/>
          <p:nvPr/>
        </p:nvSpPr>
        <p:spPr>
          <a:xfrm>
            <a:off x="176893" y="340179"/>
            <a:ext cx="9892393" cy="118382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chemeClr val="dk1"/>
                </a:solidFill>
                <a:latin typeface="Calibri"/>
                <a:ea typeface="Calibri"/>
                <a:cs typeface="Calibri"/>
                <a:sym typeface="Calibri"/>
              </a:rPr>
              <a:t>Feature 2 Conference Management</a:t>
            </a:r>
            <a:endParaRPr b="0" i="0" sz="4800" u="none" cap="none" strike="noStrike">
              <a:solidFill>
                <a:schemeClr val="dk1"/>
              </a:solidFill>
              <a:latin typeface="Calibri"/>
              <a:ea typeface="Calibri"/>
              <a:cs typeface="Calibri"/>
              <a:sym typeface="Calibri"/>
            </a:endParaRPr>
          </a:p>
        </p:txBody>
      </p:sp>
      <p:sp>
        <p:nvSpPr>
          <p:cNvPr id="203" name="Google Shape;203;p12"/>
          <p:cNvSpPr txBox="1"/>
          <p:nvPr/>
        </p:nvSpPr>
        <p:spPr>
          <a:xfrm>
            <a:off x="921575" y="1603169"/>
            <a:ext cx="8139545" cy="3506932"/>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1. Add conference</a:t>
            </a:r>
            <a:endParaRPr b="0" i="0" sz="28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2. Edit conference</a:t>
            </a:r>
            <a:endParaRPr b="0" i="0" sz="28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3. Evaluate paper</a:t>
            </a:r>
            <a:endParaRPr b="0" i="0" sz="28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4. Notification</a:t>
            </a:r>
            <a:endParaRPr b="0" i="0" sz="28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5. Logout</a:t>
            </a:r>
            <a:endParaRPr b="0" i="0" sz="1800" u="none" cap="none" strike="noStrike">
              <a:solidFill>
                <a:schemeClr val="dk1"/>
              </a:solidFill>
              <a:latin typeface="Calibri"/>
              <a:ea typeface="Calibri"/>
              <a:cs typeface="Calibri"/>
              <a:sym typeface="Calibri"/>
            </a:endParaRPr>
          </a:p>
        </p:txBody>
      </p:sp>
      <p:pic>
        <p:nvPicPr>
          <p:cNvPr descr="upload_537361515" id="204" name="Google Shape;204;p12"/>
          <p:cNvPicPr preferRelativeResize="0"/>
          <p:nvPr/>
        </p:nvPicPr>
        <p:blipFill rotWithShape="1">
          <a:blip r:embed="rId3">
            <a:alphaModFix/>
          </a:blip>
          <a:srcRect b="0" l="0" r="0" t="0"/>
          <a:stretch/>
        </p:blipFill>
        <p:spPr>
          <a:xfrm>
            <a:off x="4180417" y="2656417"/>
            <a:ext cx="7789333" cy="3937000"/>
          </a:xfrm>
          <a:prstGeom prst="rect">
            <a:avLst/>
          </a:prstGeom>
          <a:noFill/>
          <a:ln>
            <a:noFill/>
          </a:ln>
        </p:spPr>
      </p:pic>
      <p:sp>
        <p:nvSpPr>
          <p:cNvPr id="205" name="Google Shape;205;p12"/>
          <p:cNvSpPr/>
          <p:nvPr/>
        </p:nvSpPr>
        <p:spPr>
          <a:xfrm>
            <a:off x="6804" y="1251857"/>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cxnSp>
        <p:nvCxnSpPr>
          <p:cNvPr id="210" name="Google Shape;210;p13"/>
          <p:cNvCxnSpPr/>
          <p:nvPr/>
        </p:nvCxnSpPr>
        <p:spPr>
          <a:xfrm flipH="1" rot="10800000">
            <a:off x="5529289" y="3268285"/>
            <a:ext cx="1133400" cy="3900"/>
          </a:xfrm>
          <a:prstGeom prst="straightConnector1">
            <a:avLst/>
          </a:prstGeom>
          <a:noFill/>
          <a:ln cap="flat" cmpd="sng" w="25400">
            <a:solidFill>
              <a:srgbClr val="979797"/>
            </a:solidFill>
            <a:prstDash val="solid"/>
            <a:miter lim="800000"/>
            <a:headEnd len="sm" w="sm" type="none"/>
            <a:tailEnd len="med" w="med" type="stealth"/>
          </a:ln>
        </p:spPr>
      </p:cxnSp>
      <p:sp>
        <p:nvSpPr>
          <p:cNvPr id="211" name="Google Shape;211;p13"/>
          <p:cNvSpPr txBox="1"/>
          <p:nvPr/>
        </p:nvSpPr>
        <p:spPr>
          <a:xfrm>
            <a:off x="11935" y="3781"/>
            <a:ext cx="3281795" cy="4156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Login as a Chair</a:t>
            </a:r>
            <a:endParaRPr b="0" i="0" sz="1800" u="none" cap="none" strike="noStrike">
              <a:solidFill>
                <a:schemeClr val="dk1"/>
              </a:solidFill>
              <a:latin typeface="Calibri"/>
              <a:ea typeface="Calibri"/>
              <a:cs typeface="Calibri"/>
              <a:sym typeface="Calibri"/>
            </a:endParaRPr>
          </a:p>
        </p:txBody>
      </p:sp>
      <p:sp>
        <p:nvSpPr>
          <p:cNvPr id="212" name="Google Shape;212;p13"/>
          <p:cNvSpPr/>
          <p:nvPr/>
        </p:nvSpPr>
        <p:spPr>
          <a:xfrm>
            <a:off x="20411" y="625928"/>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213" name="Google Shape;213;p13"/>
          <p:cNvPicPr preferRelativeResize="0"/>
          <p:nvPr/>
        </p:nvPicPr>
        <p:blipFill>
          <a:blip r:embed="rId3">
            <a:alphaModFix/>
          </a:blip>
          <a:stretch>
            <a:fillRect/>
          </a:stretch>
        </p:blipFill>
        <p:spPr>
          <a:xfrm>
            <a:off x="20400" y="1797575"/>
            <a:ext cx="5508900" cy="3262875"/>
          </a:xfrm>
          <a:prstGeom prst="rect">
            <a:avLst/>
          </a:prstGeom>
          <a:noFill/>
          <a:ln>
            <a:noFill/>
          </a:ln>
        </p:spPr>
      </p:pic>
      <p:sp>
        <p:nvSpPr>
          <p:cNvPr id="214" name="Google Shape;214;p13"/>
          <p:cNvSpPr/>
          <p:nvPr/>
        </p:nvSpPr>
        <p:spPr>
          <a:xfrm>
            <a:off x="20400" y="2616325"/>
            <a:ext cx="936600" cy="381000"/>
          </a:xfrm>
          <a:prstGeom prst="roundRect">
            <a:avLst>
              <a:gd fmla="val 16667" name="adj"/>
            </a:avLst>
          </a:prstGeom>
          <a:solidFill>
            <a:srgbClr val="E2E6ED">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215" name="Google Shape;215;p13"/>
          <p:cNvPicPr preferRelativeResize="0"/>
          <p:nvPr/>
        </p:nvPicPr>
        <p:blipFill>
          <a:blip r:embed="rId4">
            <a:alphaModFix/>
          </a:blip>
          <a:stretch>
            <a:fillRect/>
          </a:stretch>
        </p:blipFill>
        <p:spPr>
          <a:xfrm>
            <a:off x="6662689" y="2033599"/>
            <a:ext cx="4943475" cy="2790825"/>
          </a:xfrm>
          <a:prstGeom prst="rect">
            <a:avLst/>
          </a:prstGeom>
          <a:noFill/>
          <a:ln>
            <a:noFill/>
          </a:ln>
        </p:spPr>
      </p:pic>
      <p:sp>
        <p:nvSpPr>
          <p:cNvPr id="216" name="Google Shape;216;p13"/>
          <p:cNvSpPr txBox="1"/>
          <p:nvPr/>
        </p:nvSpPr>
        <p:spPr>
          <a:xfrm>
            <a:off x="0" y="5565000"/>
            <a:ext cx="11606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Once </a:t>
            </a:r>
            <a:r>
              <a:rPr lang="en-US" sz="1800">
                <a:solidFill>
                  <a:schemeClr val="dk1"/>
                </a:solidFill>
                <a:latin typeface="Calibri"/>
                <a:ea typeface="Calibri"/>
                <a:cs typeface="Calibri"/>
                <a:sym typeface="Calibri"/>
              </a:rPr>
              <a:t>the user has chosen to be a Chair, then he/she will be shown the chair home screen.</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14"/>
          <p:cNvPicPr preferRelativeResize="0"/>
          <p:nvPr/>
        </p:nvPicPr>
        <p:blipFill>
          <a:blip r:embed="rId3">
            <a:alphaModFix/>
          </a:blip>
          <a:stretch>
            <a:fillRect/>
          </a:stretch>
        </p:blipFill>
        <p:spPr>
          <a:xfrm>
            <a:off x="477000" y="775600"/>
            <a:ext cx="4943475" cy="2790825"/>
          </a:xfrm>
          <a:prstGeom prst="rect">
            <a:avLst/>
          </a:prstGeom>
          <a:noFill/>
          <a:ln>
            <a:noFill/>
          </a:ln>
        </p:spPr>
      </p:pic>
      <p:sp>
        <p:nvSpPr>
          <p:cNvPr id="222" name="Google Shape;222;p14"/>
          <p:cNvSpPr/>
          <p:nvPr/>
        </p:nvSpPr>
        <p:spPr>
          <a:xfrm>
            <a:off x="6804" y="639536"/>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3" name="Google Shape;223;p14"/>
          <p:cNvSpPr txBox="1"/>
          <p:nvPr/>
        </p:nvSpPr>
        <p:spPr>
          <a:xfrm>
            <a:off x="625725" y="4479325"/>
            <a:ext cx="8494500" cy="193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r>
              <a:rPr lang="en-US" sz="1800">
                <a:latin typeface="Calibri"/>
                <a:ea typeface="Calibri"/>
                <a:cs typeface="Calibri"/>
                <a:sym typeface="Calibri"/>
              </a:rPr>
              <a:t>A Chair can choose to add / host a conference.</a:t>
            </a:r>
            <a:endParaRPr sz="18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lang="en-US" sz="1800">
                <a:latin typeface="Calibri"/>
                <a:ea typeface="Calibri"/>
                <a:cs typeface="Calibri"/>
                <a:sym typeface="Calibri"/>
              </a:rPr>
              <a:t>- The Chair has to add the conference title.</a:t>
            </a:r>
            <a:endParaRPr sz="18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lang="en-US" sz="1800">
                <a:latin typeface="Calibri"/>
                <a:ea typeface="Calibri"/>
                <a:cs typeface="Calibri"/>
                <a:sym typeface="Calibri"/>
              </a:rPr>
              <a:t>- The Chair should select at least three topic list.</a:t>
            </a:r>
            <a:endParaRPr sz="18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lang="en-US" sz="1800">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p:txBody>
      </p:sp>
      <p:sp>
        <p:nvSpPr>
          <p:cNvPr id="224" name="Google Shape;224;p14"/>
          <p:cNvSpPr/>
          <p:nvPr/>
        </p:nvSpPr>
        <p:spPr>
          <a:xfrm>
            <a:off x="625700" y="1747250"/>
            <a:ext cx="1629900" cy="415500"/>
          </a:xfrm>
          <a:prstGeom prst="roundRect">
            <a:avLst>
              <a:gd fmla="val 16667" name="adj"/>
            </a:avLst>
          </a:prstGeom>
          <a:solidFill>
            <a:srgbClr val="E2E6ED">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5" name="Google Shape;225;p14"/>
          <p:cNvSpPr txBox="1"/>
          <p:nvPr/>
        </p:nvSpPr>
        <p:spPr>
          <a:xfrm>
            <a:off x="13800" y="9425"/>
            <a:ext cx="3665100" cy="4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1.  Add conference</a:t>
            </a:r>
            <a:endParaRPr b="0" i="0" sz="1800" u="none" cap="none" strike="noStrike">
              <a:solidFill>
                <a:schemeClr val="dk1"/>
              </a:solidFill>
              <a:latin typeface="Calibri"/>
              <a:ea typeface="Calibri"/>
              <a:cs typeface="Calibri"/>
              <a:sym typeface="Calibri"/>
            </a:endParaRPr>
          </a:p>
        </p:txBody>
      </p:sp>
      <p:pic>
        <p:nvPicPr>
          <p:cNvPr id="226" name="Google Shape;226;p14"/>
          <p:cNvPicPr preferRelativeResize="0"/>
          <p:nvPr/>
        </p:nvPicPr>
        <p:blipFill>
          <a:blip r:embed="rId4">
            <a:alphaModFix/>
          </a:blip>
          <a:stretch>
            <a:fillRect/>
          </a:stretch>
        </p:blipFill>
        <p:spPr>
          <a:xfrm>
            <a:off x="7167499" y="723078"/>
            <a:ext cx="4012061" cy="3068025"/>
          </a:xfrm>
          <a:prstGeom prst="rect">
            <a:avLst/>
          </a:prstGeom>
          <a:noFill/>
          <a:ln>
            <a:noFill/>
          </a:ln>
        </p:spPr>
      </p:pic>
      <p:cxnSp>
        <p:nvCxnSpPr>
          <p:cNvPr id="227" name="Google Shape;227;p14"/>
          <p:cNvCxnSpPr>
            <a:endCxn id="226" idx="1"/>
          </p:cNvCxnSpPr>
          <p:nvPr/>
        </p:nvCxnSpPr>
        <p:spPr>
          <a:xfrm flipH="1" rot="10800000">
            <a:off x="5536099" y="2257090"/>
            <a:ext cx="1631400" cy="2100"/>
          </a:xfrm>
          <a:prstGeom prst="straightConnector1">
            <a:avLst/>
          </a:prstGeom>
          <a:noFill/>
          <a:ln cap="flat" cmpd="sng" w="25400">
            <a:solidFill>
              <a:srgbClr val="979797"/>
            </a:solidFill>
            <a:prstDash val="solid"/>
            <a:miter lim="800000"/>
            <a:headEnd len="sm" w="sm"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dccdb6c998_0_2"/>
          <p:cNvSpPr/>
          <p:nvPr/>
        </p:nvSpPr>
        <p:spPr>
          <a:xfrm>
            <a:off x="6804" y="639536"/>
            <a:ext cx="12192000" cy="136200"/>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3" name="Google Shape;233;gdccdb6c998_0_2"/>
          <p:cNvSpPr txBox="1"/>
          <p:nvPr/>
        </p:nvSpPr>
        <p:spPr>
          <a:xfrm>
            <a:off x="183725" y="4510125"/>
            <a:ext cx="9902400" cy="117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4" name="Google Shape;234;gdccdb6c998_0_2"/>
          <p:cNvSpPr/>
          <p:nvPr/>
        </p:nvSpPr>
        <p:spPr>
          <a:xfrm>
            <a:off x="625700" y="1747250"/>
            <a:ext cx="1629900" cy="415500"/>
          </a:xfrm>
          <a:prstGeom prst="roundRect">
            <a:avLst>
              <a:gd fmla="val 16667" name="adj"/>
            </a:avLst>
          </a:prstGeom>
          <a:solidFill>
            <a:srgbClr val="E2E6ED">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5" name="Google Shape;235;gdccdb6c998_0_2"/>
          <p:cNvSpPr txBox="1"/>
          <p:nvPr/>
        </p:nvSpPr>
        <p:spPr>
          <a:xfrm>
            <a:off x="13800" y="9425"/>
            <a:ext cx="3665100" cy="4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1.  Add conference</a:t>
            </a:r>
            <a:endParaRPr b="0" i="0" sz="1800" u="none" cap="none" strike="noStrike">
              <a:solidFill>
                <a:schemeClr val="dk1"/>
              </a:solidFill>
              <a:latin typeface="Calibri"/>
              <a:ea typeface="Calibri"/>
              <a:cs typeface="Calibri"/>
              <a:sym typeface="Calibri"/>
            </a:endParaRPr>
          </a:p>
        </p:txBody>
      </p:sp>
      <p:pic>
        <p:nvPicPr>
          <p:cNvPr id="236" name="Google Shape;236;gdccdb6c998_0_2"/>
          <p:cNvPicPr preferRelativeResize="0"/>
          <p:nvPr/>
        </p:nvPicPr>
        <p:blipFill>
          <a:blip r:embed="rId3">
            <a:alphaModFix/>
          </a:blip>
          <a:stretch>
            <a:fillRect/>
          </a:stretch>
        </p:blipFill>
        <p:spPr>
          <a:xfrm>
            <a:off x="183723" y="915275"/>
            <a:ext cx="5303926" cy="2220250"/>
          </a:xfrm>
          <a:prstGeom prst="rect">
            <a:avLst/>
          </a:prstGeom>
          <a:noFill/>
          <a:ln>
            <a:noFill/>
          </a:ln>
        </p:spPr>
      </p:pic>
      <p:pic>
        <p:nvPicPr>
          <p:cNvPr id="237" name="Google Shape;237;gdccdb6c998_0_2"/>
          <p:cNvPicPr preferRelativeResize="0"/>
          <p:nvPr/>
        </p:nvPicPr>
        <p:blipFill>
          <a:blip r:embed="rId4">
            <a:alphaModFix/>
          </a:blip>
          <a:stretch>
            <a:fillRect/>
          </a:stretch>
        </p:blipFill>
        <p:spPr>
          <a:xfrm>
            <a:off x="6457950" y="915275"/>
            <a:ext cx="5734050" cy="2400300"/>
          </a:xfrm>
          <a:prstGeom prst="rect">
            <a:avLst/>
          </a:prstGeom>
          <a:noFill/>
          <a:ln>
            <a:noFill/>
          </a:ln>
        </p:spPr>
      </p:pic>
      <p:sp>
        <p:nvSpPr>
          <p:cNvPr id="238" name="Google Shape;238;gdccdb6c998_0_2"/>
          <p:cNvSpPr txBox="1"/>
          <p:nvPr/>
        </p:nvSpPr>
        <p:spPr>
          <a:xfrm>
            <a:off x="332225" y="4131675"/>
            <a:ext cx="8494500" cy="193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lang="en-US" sz="1800">
                <a:latin typeface="Calibri"/>
                <a:ea typeface="Calibri"/>
                <a:cs typeface="Calibri"/>
                <a:sym typeface="Calibri"/>
              </a:rPr>
              <a:t>-</a:t>
            </a:r>
            <a:r>
              <a:rPr lang="en-US" sz="1800">
                <a:latin typeface="Calibri"/>
                <a:ea typeface="Calibri"/>
                <a:cs typeface="Calibri"/>
                <a:sym typeface="Calibri"/>
              </a:rPr>
              <a:t> The Chair should select at least four Reviewers.</a:t>
            </a:r>
            <a:endParaRPr sz="18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lang="en-US" sz="1800">
                <a:latin typeface="Calibri"/>
                <a:ea typeface="Calibri"/>
                <a:cs typeface="Calibri"/>
                <a:sym typeface="Calibri"/>
              </a:rPr>
              <a:t>- Once the Chair has filled up all the details, then can submit the conference.</a:t>
            </a:r>
            <a:endParaRPr sz="18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lang="en-US" sz="1800">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p:txBody>
      </p:sp>
      <p:cxnSp>
        <p:nvCxnSpPr>
          <p:cNvPr id="239" name="Google Shape;239;gdccdb6c998_0_2"/>
          <p:cNvCxnSpPr/>
          <p:nvPr/>
        </p:nvCxnSpPr>
        <p:spPr>
          <a:xfrm>
            <a:off x="5529650" y="2425025"/>
            <a:ext cx="911100" cy="0"/>
          </a:xfrm>
          <a:prstGeom prst="straightConnector1">
            <a:avLst/>
          </a:prstGeom>
          <a:noFill/>
          <a:ln cap="flat" cmpd="sng" w="25400">
            <a:solidFill>
              <a:srgbClr val="979797"/>
            </a:solidFill>
            <a:prstDash val="solid"/>
            <a:miter lim="800000"/>
            <a:headEnd len="sm" w="sm"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gd7e9cf0893_1_10"/>
          <p:cNvPicPr preferRelativeResize="0"/>
          <p:nvPr/>
        </p:nvPicPr>
        <p:blipFill rotWithShape="1">
          <a:blip r:embed="rId3">
            <a:alphaModFix/>
          </a:blip>
          <a:srcRect b="54352" l="0" r="5437" t="0"/>
          <a:stretch/>
        </p:blipFill>
        <p:spPr>
          <a:xfrm>
            <a:off x="6741875" y="711709"/>
            <a:ext cx="4943475" cy="2120678"/>
          </a:xfrm>
          <a:prstGeom prst="rect">
            <a:avLst/>
          </a:prstGeom>
          <a:noFill/>
          <a:ln>
            <a:noFill/>
          </a:ln>
        </p:spPr>
      </p:pic>
      <p:pic>
        <p:nvPicPr>
          <p:cNvPr id="246" name="Google Shape;246;gd7e9cf0893_1_10"/>
          <p:cNvPicPr preferRelativeResize="0"/>
          <p:nvPr/>
        </p:nvPicPr>
        <p:blipFill>
          <a:blip r:embed="rId4">
            <a:alphaModFix/>
          </a:blip>
          <a:stretch>
            <a:fillRect/>
          </a:stretch>
        </p:blipFill>
        <p:spPr>
          <a:xfrm>
            <a:off x="526350" y="571900"/>
            <a:ext cx="5358549" cy="2400300"/>
          </a:xfrm>
          <a:prstGeom prst="rect">
            <a:avLst/>
          </a:prstGeom>
          <a:noFill/>
          <a:ln>
            <a:noFill/>
          </a:ln>
        </p:spPr>
      </p:pic>
      <p:sp>
        <p:nvSpPr>
          <p:cNvPr id="247" name="Google Shape;247;gd7e9cf0893_1_10"/>
          <p:cNvSpPr/>
          <p:nvPr/>
        </p:nvSpPr>
        <p:spPr>
          <a:xfrm>
            <a:off x="7035642" y="1627867"/>
            <a:ext cx="2063700" cy="497400"/>
          </a:xfrm>
          <a:prstGeom prst="roundRect">
            <a:avLst>
              <a:gd fmla="val 16667" name="adj"/>
            </a:avLst>
          </a:prstGeom>
          <a:solidFill>
            <a:srgbClr val="E2E6ED">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8" name="Google Shape;248;gd7e9cf0893_1_10"/>
          <p:cNvSpPr txBox="1"/>
          <p:nvPr/>
        </p:nvSpPr>
        <p:spPr>
          <a:xfrm>
            <a:off x="526350" y="3846025"/>
            <a:ext cx="98997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 Once the Chair has filled up all the details, then can submit the conference.</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A successful conference submit screen will be displayed.</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cxnSp>
        <p:nvCxnSpPr>
          <p:cNvPr id="249" name="Google Shape;249;gd7e9cf0893_1_10"/>
          <p:cNvCxnSpPr>
            <a:stCxn id="246" idx="3"/>
            <a:endCxn id="245" idx="1"/>
          </p:cNvCxnSpPr>
          <p:nvPr/>
        </p:nvCxnSpPr>
        <p:spPr>
          <a:xfrm>
            <a:off x="5884899" y="1772050"/>
            <a:ext cx="857100" cy="0"/>
          </a:xfrm>
          <a:prstGeom prst="straightConnector1">
            <a:avLst/>
          </a:prstGeom>
          <a:noFill/>
          <a:ln cap="flat" cmpd="sng" w="25400">
            <a:solidFill>
              <a:srgbClr val="979797"/>
            </a:solidFill>
            <a:prstDash val="solid"/>
            <a:miter lim="800000"/>
            <a:headEnd len="sm" w="sm" type="none"/>
            <a:tailEnd len="med" w="med" type="stealth"/>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5"/>
          <p:cNvSpPr/>
          <p:nvPr/>
        </p:nvSpPr>
        <p:spPr>
          <a:xfrm>
            <a:off x="6804" y="1170214"/>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5" name="Google Shape;255;p15"/>
          <p:cNvSpPr/>
          <p:nvPr/>
        </p:nvSpPr>
        <p:spPr>
          <a:xfrm>
            <a:off x="937816" y="4691979"/>
            <a:ext cx="1765812" cy="1739845"/>
          </a:xfrm>
          <a:prstGeom prst="flowChartMagneticDisk">
            <a:avLst/>
          </a:prstGeom>
          <a:solidFill>
            <a:srgbClr val="E2E6ED"/>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1800">
                <a:latin typeface="Calibri"/>
                <a:ea typeface="Calibri"/>
                <a:cs typeface="Calibri"/>
                <a:sym typeface="Calibri"/>
              </a:rPr>
              <a:t>txt file</a:t>
            </a:r>
            <a:endParaRPr b="0" i="0" sz="1800" u="none" cap="none" strike="noStrike">
              <a:solidFill>
                <a:srgbClr val="000000"/>
              </a:solidFill>
              <a:latin typeface="Calibri"/>
              <a:ea typeface="Calibri"/>
              <a:cs typeface="Calibri"/>
              <a:sym typeface="Calibri"/>
            </a:endParaRPr>
          </a:p>
        </p:txBody>
      </p:sp>
      <p:graphicFrame>
        <p:nvGraphicFramePr>
          <p:cNvPr id="256" name="Google Shape;256;p15"/>
          <p:cNvGraphicFramePr/>
          <p:nvPr/>
        </p:nvGraphicFramePr>
        <p:xfrm>
          <a:off x="4084657" y="3468169"/>
          <a:ext cx="3000000" cy="3000000"/>
        </p:xfrm>
        <a:graphic>
          <a:graphicData uri="http://schemas.openxmlformats.org/drawingml/2006/table">
            <a:tbl>
              <a:tblPr bandRow="1" firstRow="1">
                <a:noFill/>
                <a:tableStyleId>{BC6458EC-9E3F-4F0A-A3BD-80A797804211}</a:tableStyleId>
              </a:tblPr>
              <a:tblGrid>
                <a:gridCol w="1209050"/>
                <a:gridCol w="901900"/>
                <a:gridCol w="1149375"/>
                <a:gridCol w="1722575"/>
                <a:gridCol w="1612775"/>
                <a:gridCol w="1612775"/>
              </a:tblGrid>
              <a:tr h="754650">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Conference Title</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Topic Areas</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Reviewers</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Submit Deadline</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u="none" cap="none" strike="noStrike"/>
                        <a:t>Review Deadline</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Calibri"/>
                        <a:buNone/>
                      </a:pPr>
                      <a:r>
                        <a:rPr b="1" lang="en-US" sz="1600"/>
                        <a:t>Hosted</a:t>
                      </a:r>
                      <a:endParaRPr b="1" sz="16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439000">
                <a:tc>
                  <a:txBody>
                    <a:bodyPr/>
                    <a:lstStyle/>
                    <a:p>
                      <a:pPr indent="0" lvl="0" marL="0" marR="0" rtl="0" algn="ctr">
                        <a:lnSpc>
                          <a:spcPct val="100000"/>
                        </a:lnSpc>
                        <a:spcBef>
                          <a:spcPts val="0"/>
                        </a:spcBef>
                        <a:spcAft>
                          <a:spcPts val="0"/>
                        </a:spcAft>
                        <a:buClr>
                          <a:schemeClr val="dk1"/>
                        </a:buClr>
                        <a:buSzPts val="1200"/>
                        <a:buFont typeface="Calibri"/>
                        <a:buNone/>
                      </a:pPr>
                      <a:r>
                        <a:rPr lang="en-US" sz="1200"/>
                        <a:t>Scholar’s Conference</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a:t>AI,Database introduction,Data Science</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u="none" cap="none" strike="noStrike"/>
                        <a:t>Jack</a:t>
                      </a:r>
                      <a:r>
                        <a:rPr lang="en-US" sz="1200"/>
                        <a:t>@gmail.com</a:t>
                      </a:r>
                      <a:r>
                        <a:rPr lang="en-US" sz="1200" u="none" cap="none" strike="noStrike"/>
                        <a:t>, </a:t>
                      </a:r>
                      <a:r>
                        <a:rPr lang="en-US" sz="1200"/>
                        <a:t>tom</a:t>
                      </a:r>
                      <a:r>
                        <a:rPr lang="en-US" sz="1200"/>
                        <a:t>@gmail.com</a:t>
                      </a:r>
                      <a:r>
                        <a:rPr lang="en-US" sz="1200" u="none" cap="none" strike="noStrike"/>
                        <a:t>, </a:t>
                      </a:r>
                      <a:r>
                        <a:rPr lang="en-US" sz="1200"/>
                        <a:t>alex</a:t>
                      </a:r>
                      <a:r>
                        <a:rPr lang="en-US" sz="1200"/>
                        <a:t>@gmail.com</a:t>
                      </a:r>
                      <a:r>
                        <a:rPr lang="en-US" sz="1200" u="none" cap="none" strike="noStrike"/>
                        <a:t>, Zan</a:t>
                      </a:r>
                      <a:r>
                        <a:rPr lang="en-US" sz="1200"/>
                        <a:t>@gmail.com</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a:t>06/06/2021</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a:t>21/06/2021</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rPr lang="en-US" sz="1200"/>
                        <a:t>yi@gmail.com</a:t>
                      </a:r>
                      <a:endParaRPr sz="1200" u="none" cap="none" strike="noStrike"/>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cxnSp>
        <p:nvCxnSpPr>
          <p:cNvPr id="257" name="Google Shape;257;p15"/>
          <p:cNvCxnSpPr>
            <a:endCxn id="255" idx="1"/>
          </p:cNvCxnSpPr>
          <p:nvPr/>
        </p:nvCxnSpPr>
        <p:spPr>
          <a:xfrm flipH="1">
            <a:off x="1820722" y="3332379"/>
            <a:ext cx="35700" cy="1359600"/>
          </a:xfrm>
          <a:prstGeom prst="straightConnector1">
            <a:avLst/>
          </a:prstGeom>
          <a:noFill/>
          <a:ln cap="flat" cmpd="sng" w="25400">
            <a:solidFill>
              <a:srgbClr val="979797"/>
            </a:solidFill>
            <a:prstDash val="solid"/>
            <a:miter lim="800000"/>
            <a:headEnd len="sm" w="sm" type="none"/>
            <a:tailEnd len="med" w="med" type="stealth"/>
          </a:ln>
        </p:spPr>
      </p:cxnSp>
      <p:sp>
        <p:nvSpPr>
          <p:cNvPr id="258" name="Google Shape;258;p15"/>
          <p:cNvSpPr txBox="1"/>
          <p:nvPr/>
        </p:nvSpPr>
        <p:spPr>
          <a:xfrm>
            <a:off x="2001357" y="3534129"/>
            <a:ext cx="1262100" cy="92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Stored in</a:t>
            </a:r>
            <a:endParaRPr b="0" i="0" sz="1800" u="none" cap="none" strike="noStrike">
              <a:solidFill>
                <a:schemeClr val="dk1"/>
              </a:solidFill>
              <a:latin typeface="Calibri"/>
              <a:ea typeface="Calibri"/>
              <a:cs typeface="Calibri"/>
              <a:sym typeface="Calibri"/>
            </a:endParaRPr>
          </a:p>
        </p:txBody>
      </p:sp>
      <p:sp>
        <p:nvSpPr>
          <p:cNvPr id="259" name="Google Shape;259;p15"/>
          <p:cNvSpPr txBox="1"/>
          <p:nvPr/>
        </p:nvSpPr>
        <p:spPr>
          <a:xfrm>
            <a:off x="4733192" y="498231"/>
            <a:ext cx="4212981" cy="886558"/>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Data storage &amp; Sessions</a:t>
            </a:r>
            <a:endParaRPr b="0" i="0" sz="1800" u="none" cap="none" strike="noStrike">
              <a:solidFill>
                <a:schemeClr val="dk1"/>
              </a:solidFill>
              <a:latin typeface="Calibri"/>
              <a:ea typeface="Calibri"/>
              <a:cs typeface="Calibri"/>
              <a:sym typeface="Calibri"/>
            </a:endParaRPr>
          </a:p>
        </p:txBody>
      </p:sp>
      <p:pic>
        <p:nvPicPr>
          <p:cNvPr id="260" name="Google Shape;260;p15"/>
          <p:cNvPicPr preferRelativeResize="0"/>
          <p:nvPr/>
        </p:nvPicPr>
        <p:blipFill>
          <a:blip r:embed="rId3">
            <a:alphaModFix/>
          </a:blip>
          <a:stretch>
            <a:fillRect/>
          </a:stretch>
        </p:blipFill>
        <p:spPr>
          <a:xfrm>
            <a:off x="85475" y="1306275"/>
            <a:ext cx="4755724" cy="1990725"/>
          </a:xfrm>
          <a:prstGeom prst="rect">
            <a:avLst/>
          </a:prstGeom>
          <a:noFill/>
          <a:ln>
            <a:noFill/>
          </a:ln>
        </p:spPr>
      </p:pic>
      <p:sp>
        <p:nvSpPr>
          <p:cNvPr id="261" name="Google Shape;261;p15"/>
          <p:cNvSpPr txBox="1"/>
          <p:nvPr/>
        </p:nvSpPr>
        <p:spPr>
          <a:xfrm>
            <a:off x="5293700" y="1306275"/>
            <a:ext cx="6740400" cy="1569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We will store the details in the database along with the username.</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The username will be a unique identifier which will distinguish every user.</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We will use sessions to capture this phenomenon.</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16"/>
          <p:cNvPicPr preferRelativeResize="0"/>
          <p:nvPr/>
        </p:nvPicPr>
        <p:blipFill>
          <a:blip r:embed="rId3">
            <a:alphaModFix/>
          </a:blip>
          <a:stretch>
            <a:fillRect/>
          </a:stretch>
        </p:blipFill>
        <p:spPr>
          <a:xfrm>
            <a:off x="89700" y="761848"/>
            <a:ext cx="6577875" cy="3638600"/>
          </a:xfrm>
          <a:prstGeom prst="rect">
            <a:avLst/>
          </a:prstGeom>
          <a:noFill/>
          <a:ln>
            <a:noFill/>
          </a:ln>
        </p:spPr>
      </p:pic>
      <p:sp>
        <p:nvSpPr>
          <p:cNvPr id="267" name="Google Shape;267;p16"/>
          <p:cNvSpPr txBox="1"/>
          <p:nvPr/>
        </p:nvSpPr>
        <p:spPr>
          <a:xfrm>
            <a:off x="6590" y="8187"/>
            <a:ext cx="4275667" cy="13864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Calibri"/>
                <a:ea typeface="Calibri"/>
                <a:cs typeface="Calibri"/>
                <a:sym typeface="Calibri"/>
              </a:rPr>
              <a:t>1</a:t>
            </a:r>
            <a:r>
              <a:rPr b="1" i="0" lang="en-US" sz="2800" u="none" cap="none" strike="noStrike">
                <a:solidFill>
                  <a:schemeClr val="dk1"/>
                </a:solidFill>
                <a:latin typeface="Calibri"/>
                <a:ea typeface="Calibri"/>
                <a:cs typeface="Calibri"/>
                <a:sym typeface="Calibri"/>
              </a:rPr>
              <a:t>. Edit conference (DDL)</a:t>
            </a:r>
            <a:endParaRPr b="0" i="0" sz="1800" u="none" cap="none" strike="noStrike">
              <a:solidFill>
                <a:schemeClr val="dk1"/>
              </a:solidFill>
              <a:latin typeface="Calibri"/>
              <a:ea typeface="Calibri"/>
              <a:cs typeface="Calibri"/>
              <a:sym typeface="Calibri"/>
            </a:endParaRPr>
          </a:p>
        </p:txBody>
      </p:sp>
      <p:sp>
        <p:nvSpPr>
          <p:cNvPr id="268" name="Google Shape;268;p16"/>
          <p:cNvSpPr/>
          <p:nvPr/>
        </p:nvSpPr>
        <p:spPr>
          <a:xfrm>
            <a:off x="6808" y="761850"/>
            <a:ext cx="3909600" cy="244800"/>
          </a:xfrm>
          <a:prstGeom prst="roundRect">
            <a:avLst>
              <a:gd fmla="val 16667" name="adj"/>
            </a:avLst>
          </a:prstGeom>
          <a:solidFill>
            <a:srgbClr val="E2E6ED">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9" name="Google Shape;269;p16"/>
          <p:cNvSpPr/>
          <p:nvPr/>
        </p:nvSpPr>
        <p:spPr>
          <a:xfrm>
            <a:off x="6804" y="563336"/>
            <a:ext cx="12192000" cy="136200"/>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0" name="Google Shape;270;p16"/>
          <p:cNvSpPr txBox="1"/>
          <p:nvPr/>
        </p:nvSpPr>
        <p:spPr>
          <a:xfrm>
            <a:off x="6800" y="4649225"/>
            <a:ext cx="97086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 Before </a:t>
            </a:r>
            <a:r>
              <a:rPr lang="en-US" sz="1800">
                <a:solidFill>
                  <a:schemeClr val="dk1"/>
                </a:solidFill>
                <a:latin typeface="Calibri"/>
                <a:ea typeface="Calibri"/>
                <a:cs typeface="Calibri"/>
                <a:sym typeface="Calibri"/>
              </a:rPr>
              <a:t>submitting</a:t>
            </a:r>
            <a:r>
              <a:rPr lang="en-US" sz="1800">
                <a:solidFill>
                  <a:schemeClr val="dk1"/>
                </a:solidFill>
                <a:latin typeface="Calibri"/>
                <a:ea typeface="Calibri"/>
                <a:cs typeface="Calibri"/>
                <a:sym typeface="Calibri"/>
              </a:rPr>
              <a:t> the conference, the Chair has the option to edit any details he/she wishes to.</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If the Chair wishes to edit any details, relevant options will be given one by one.</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dccdb6c998_0_59"/>
          <p:cNvSpPr txBox="1"/>
          <p:nvPr/>
        </p:nvSpPr>
        <p:spPr>
          <a:xfrm>
            <a:off x="6606" y="8175"/>
            <a:ext cx="6867000" cy="138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2. </a:t>
            </a:r>
            <a:r>
              <a:rPr b="1" lang="en-US" sz="2800">
                <a:solidFill>
                  <a:schemeClr val="dk1"/>
                </a:solidFill>
                <a:latin typeface="Calibri"/>
                <a:ea typeface="Calibri"/>
                <a:cs typeface="Calibri"/>
                <a:sym typeface="Calibri"/>
              </a:rPr>
              <a:t>Modify </a:t>
            </a:r>
            <a:r>
              <a:rPr b="1" i="0" lang="en-US" sz="2800" u="none" cap="none" strike="noStrike">
                <a:solidFill>
                  <a:schemeClr val="dk1"/>
                </a:solidFill>
                <a:latin typeface="Calibri"/>
                <a:ea typeface="Calibri"/>
                <a:cs typeface="Calibri"/>
                <a:sym typeface="Calibri"/>
              </a:rPr>
              <a:t>conference deadlines(DDL)</a:t>
            </a:r>
            <a:endParaRPr b="0" i="0" sz="1800" u="none" cap="none" strike="noStrike">
              <a:solidFill>
                <a:schemeClr val="dk1"/>
              </a:solidFill>
              <a:latin typeface="Calibri"/>
              <a:ea typeface="Calibri"/>
              <a:cs typeface="Calibri"/>
              <a:sym typeface="Calibri"/>
            </a:endParaRPr>
          </a:p>
        </p:txBody>
      </p:sp>
      <p:sp>
        <p:nvSpPr>
          <p:cNvPr id="276" name="Google Shape;276;gdccdb6c998_0_59"/>
          <p:cNvSpPr/>
          <p:nvPr/>
        </p:nvSpPr>
        <p:spPr>
          <a:xfrm>
            <a:off x="6804" y="563336"/>
            <a:ext cx="12192000" cy="136200"/>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7" name="Google Shape;277;gdccdb6c998_0_59"/>
          <p:cNvSpPr txBox="1"/>
          <p:nvPr/>
        </p:nvSpPr>
        <p:spPr>
          <a:xfrm>
            <a:off x="6800" y="4649225"/>
            <a:ext cx="97086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After submitting the conference, the Chair can modify the conference deadline.</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The Chair can select a </a:t>
            </a:r>
            <a:r>
              <a:rPr lang="en-US" sz="1800">
                <a:solidFill>
                  <a:schemeClr val="dk1"/>
                </a:solidFill>
                <a:latin typeface="Calibri"/>
                <a:ea typeface="Calibri"/>
                <a:cs typeface="Calibri"/>
                <a:sym typeface="Calibri"/>
              </a:rPr>
              <a:t>specific</a:t>
            </a:r>
            <a:r>
              <a:rPr lang="en-US" sz="1800">
                <a:solidFill>
                  <a:schemeClr val="dk1"/>
                </a:solidFill>
                <a:latin typeface="Calibri"/>
                <a:ea typeface="Calibri"/>
                <a:cs typeface="Calibri"/>
                <a:sym typeface="Calibri"/>
              </a:rPr>
              <a:t> conference to edit the deadline from the list.</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78" name="Google Shape;278;gdccdb6c998_0_59"/>
          <p:cNvPicPr preferRelativeResize="0"/>
          <p:nvPr/>
        </p:nvPicPr>
        <p:blipFill>
          <a:blip r:embed="rId3">
            <a:alphaModFix/>
          </a:blip>
          <a:stretch>
            <a:fillRect/>
          </a:stretch>
        </p:blipFill>
        <p:spPr>
          <a:xfrm>
            <a:off x="7336900" y="950850"/>
            <a:ext cx="4161550" cy="3623950"/>
          </a:xfrm>
          <a:prstGeom prst="rect">
            <a:avLst/>
          </a:prstGeom>
          <a:noFill/>
          <a:ln>
            <a:noFill/>
          </a:ln>
        </p:spPr>
      </p:pic>
      <p:pic>
        <p:nvPicPr>
          <p:cNvPr id="279" name="Google Shape;279;gdccdb6c998_0_59"/>
          <p:cNvPicPr preferRelativeResize="0"/>
          <p:nvPr/>
        </p:nvPicPr>
        <p:blipFill>
          <a:blip r:embed="rId4">
            <a:alphaModFix/>
          </a:blip>
          <a:stretch>
            <a:fillRect/>
          </a:stretch>
        </p:blipFill>
        <p:spPr>
          <a:xfrm>
            <a:off x="368650" y="876426"/>
            <a:ext cx="5734050" cy="3772800"/>
          </a:xfrm>
          <a:prstGeom prst="rect">
            <a:avLst/>
          </a:prstGeom>
          <a:noFill/>
          <a:ln>
            <a:noFill/>
          </a:ln>
        </p:spPr>
      </p:pic>
      <p:sp>
        <p:nvSpPr>
          <p:cNvPr id="280" name="Google Shape;280;gdccdb6c998_0_59"/>
          <p:cNvSpPr/>
          <p:nvPr/>
        </p:nvSpPr>
        <p:spPr>
          <a:xfrm>
            <a:off x="562833" y="2066500"/>
            <a:ext cx="3909600" cy="244800"/>
          </a:xfrm>
          <a:prstGeom prst="roundRect">
            <a:avLst>
              <a:gd fmla="val 16667" name="adj"/>
            </a:avLst>
          </a:prstGeom>
          <a:solidFill>
            <a:srgbClr val="E2E6ED">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cxnSp>
        <p:nvCxnSpPr>
          <p:cNvPr id="281" name="Google Shape;281;gdccdb6c998_0_59"/>
          <p:cNvCxnSpPr>
            <a:stCxn id="279" idx="3"/>
            <a:endCxn id="278" idx="1"/>
          </p:cNvCxnSpPr>
          <p:nvPr/>
        </p:nvCxnSpPr>
        <p:spPr>
          <a:xfrm>
            <a:off x="6102700" y="2762826"/>
            <a:ext cx="1234200" cy="0"/>
          </a:xfrm>
          <a:prstGeom prst="straightConnector1">
            <a:avLst/>
          </a:prstGeom>
          <a:noFill/>
          <a:ln cap="flat" cmpd="sng" w="25400">
            <a:solidFill>
              <a:srgbClr val="979797"/>
            </a:solidFill>
            <a:prstDash val="solid"/>
            <a:miter lim="800000"/>
            <a:headEnd len="sm" w="sm" type="none"/>
            <a:tailEnd len="med" w="med" type="stealth"/>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dccdb6c998_0_71"/>
          <p:cNvSpPr txBox="1"/>
          <p:nvPr/>
        </p:nvSpPr>
        <p:spPr>
          <a:xfrm>
            <a:off x="6606" y="8175"/>
            <a:ext cx="6867000" cy="138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2. </a:t>
            </a:r>
            <a:r>
              <a:rPr b="1" lang="en-US" sz="2800">
                <a:solidFill>
                  <a:schemeClr val="dk1"/>
                </a:solidFill>
                <a:latin typeface="Calibri"/>
                <a:ea typeface="Calibri"/>
                <a:cs typeface="Calibri"/>
                <a:sym typeface="Calibri"/>
              </a:rPr>
              <a:t>Modify </a:t>
            </a:r>
            <a:r>
              <a:rPr b="1" i="0" lang="en-US" sz="2800" u="none" cap="none" strike="noStrike">
                <a:solidFill>
                  <a:schemeClr val="dk1"/>
                </a:solidFill>
                <a:latin typeface="Calibri"/>
                <a:ea typeface="Calibri"/>
                <a:cs typeface="Calibri"/>
                <a:sym typeface="Calibri"/>
              </a:rPr>
              <a:t>conference deadline(DDL)</a:t>
            </a:r>
            <a:endParaRPr b="0" i="0" sz="1800" u="none" cap="none" strike="noStrike">
              <a:solidFill>
                <a:schemeClr val="dk1"/>
              </a:solidFill>
              <a:latin typeface="Calibri"/>
              <a:ea typeface="Calibri"/>
              <a:cs typeface="Calibri"/>
              <a:sym typeface="Calibri"/>
            </a:endParaRPr>
          </a:p>
        </p:txBody>
      </p:sp>
      <p:sp>
        <p:nvSpPr>
          <p:cNvPr id="287" name="Google Shape;287;gdccdb6c998_0_71"/>
          <p:cNvSpPr/>
          <p:nvPr/>
        </p:nvSpPr>
        <p:spPr>
          <a:xfrm>
            <a:off x="6804" y="563336"/>
            <a:ext cx="12192000" cy="136200"/>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8" name="Google Shape;288;gdccdb6c998_0_71"/>
          <p:cNvSpPr txBox="1"/>
          <p:nvPr/>
        </p:nvSpPr>
        <p:spPr>
          <a:xfrm>
            <a:off x="6800" y="4649225"/>
            <a:ext cx="97086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For modifying the conference deadline, the Chair can select a </a:t>
            </a:r>
            <a:r>
              <a:rPr lang="en-US" sz="1800">
                <a:solidFill>
                  <a:schemeClr val="dk1"/>
                </a:solidFill>
                <a:latin typeface="Calibri"/>
                <a:ea typeface="Calibri"/>
                <a:cs typeface="Calibri"/>
                <a:sym typeface="Calibri"/>
              </a:rPr>
              <a:t>specific</a:t>
            </a:r>
            <a:r>
              <a:rPr lang="en-US" sz="1800">
                <a:solidFill>
                  <a:schemeClr val="dk1"/>
                </a:solidFill>
                <a:latin typeface="Calibri"/>
                <a:ea typeface="Calibri"/>
                <a:cs typeface="Calibri"/>
                <a:sym typeface="Calibri"/>
              </a:rPr>
              <a:t> conference.</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After selecting the conference, the Chair can change the reviewer deadline.</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The deadline for the reviewer should be within 15 days after the submission deadline.</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89" name="Google Shape;289;gdccdb6c998_0_71"/>
          <p:cNvPicPr preferRelativeResize="0"/>
          <p:nvPr/>
        </p:nvPicPr>
        <p:blipFill>
          <a:blip r:embed="rId3">
            <a:alphaModFix/>
          </a:blip>
          <a:stretch>
            <a:fillRect/>
          </a:stretch>
        </p:blipFill>
        <p:spPr>
          <a:xfrm>
            <a:off x="436850" y="862400"/>
            <a:ext cx="4161550" cy="3623950"/>
          </a:xfrm>
          <a:prstGeom prst="rect">
            <a:avLst/>
          </a:prstGeom>
          <a:noFill/>
          <a:ln>
            <a:noFill/>
          </a:ln>
        </p:spPr>
      </p:pic>
      <p:sp>
        <p:nvSpPr>
          <p:cNvPr id="290" name="Google Shape;290;gdccdb6c998_0_71"/>
          <p:cNvSpPr/>
          <p:nvPr/>
        </p:nvSpPr>
        <p:spPr>
          <a:xfrm>
            <a:off x="436858" y="3408875"/>
            <a:ext cx="3909600" cy="244800"/>
          </a:xfrm>
          <a:prstGeom prst="roundRect">
            <a:avLst>
              <a:gd fmla="val 16667" name="adj"/>
            </a:avLst>
          </a:prstGeom>
          <a:solidFill>
            <a:srgbClr val="E2E6ED">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cxnSp>
        <p:nvCxnSpPr>
          <p:cNvPr id="291" name="Google Shape;291;gdccdb6c998_0_71"/>
          <p:cNvCxnSpPr>
            <a:endCxn id="292" idx="1"/>
          </p:cNvCxnSpPr>
          <p:nvPr/>
        </p:nvCxnSpPr>
        <p:spPr>
          <a:xfrm>
            <a:off x="4666781" y="2521981"/>
            <a:ext cx="2131500" cy="0"/>
          </a:xfrm>
          <a:prstGeom prst="straightConnector1">
            <a:avLst/>
          </a:prstGeom>
          <a:noFill/>
          <a:ln cap="flat" cmpd="sng" w="25400">
            <a:solidFill>
              <a:srgbClr val="979797"/>
            </a:solidFill>
            <a:prstDash val="solid"/>
            <a:miter lim="800000"/>
            <a:headEnd len="sm" w="sm" type="none"/>
            <a:tailEnd len="med" w="med" type="stealth"/>
          </a:ln>
        </p:spPr>
      </p:cxnSp>
      <p:pic>
        <p:nvPicPr>
          <p:cNvPr id="292" name="Google Shape;292;gdccdb6c998_0_71"/>
          <p:cNvPicPr preferRelativeResize="0"/>
          <p:nvPr/>
        </p:nvPicPr>
        <p:blipFill>
          <a:blip r:embed="rId4">
            <a:alphaModFix/>
          </a:blip>
          <a:stretch>
            <a:fillRect/>
          </a:stretch>
        </p:blipFill>
        <p:spPr>
          <a:xfrm>
            <a:off x="6798281" y="699536"/>
            <a:ext cx="4830425" cy="3644890"/>
          </a:xfrm>
          <a:prstGeom prst="rect">
            <a:avLst/>
          </a:prstGeom>
          <a:noFill/>
          <a:ln>
            <a:noFill/>
          </a:ln>
        </p:spPr>
      </p:pic>
      <p:sp>
        <p:nvSpPr>
          <p:cNvPr id="293" name="Google Shape;293;gdccdb6c998_0_71"/>
          <p:cNvSpPr/>
          <p:nvPr/>
        </p:nvSpPr>
        <p:spPr>
          <a:xfrm>
            <a:off x="6798283" y="2951450"/>
            <a:ext cx="3909600" cy="244800"/>
          </a:xfrm>
          <a:prstGeom prst="roundRect">
            <a:avLst>
              <a:gd fmla="val 16667" name="adj"/>
            </a:avLst>
          </a:prstGeom>
          <a:solidFill>
            <a:srgbClr val="E2E6ED">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dccdb6c998_0_81"/>
          <p:cNvSpPr txBox="1"/>
          <p:nvPr/>
        </p:nvSpPr>
        <p:spPr>
          <a:xfrm>
            <a:off x="6606" y="8175"/>
            <a:ext cx="6867000" cy="138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2. </a:t>
            </a:r>
            <a:r>
              <a:rPr b="1" lang="en-US" sz="2800">
                <a:solidFill>
                  <a:schemeClr val="dk1"/>
                </a:solidFill>
                <a:latin typeface="Calibri"/>
                <a:ea typeface="Calibri"/>
                <a:cs typeface="Calibri"/>
                <a:sym typeface="Calibri"/>
              </a:rPr>
              <a:t>Modify </a:t>
            </a:r>
            <a:r>
              <a:rPr b="1" i="0" lang="en-US" sz="2800" u="none" cap="none" strike="noStrike">
                <a:solidFill>
                  <a:schemeClr val="dk1"/>
                </a:solidFill>
                <a:latin typeface="Calibri"/>
                <a:ea typeface="Calibri"/>
                <a:cs typeface="Calibri"/>
                <a:sym typeface="Calibri"/>
              </a:rPr>
              <a:t>conference deadlines(DDL)</a:t>
            </a:r>
            <a:endParaRPr b="0" i="0" sz="1800" u="none" cap="none" strike="noStrike">
              <a:solidFill>
                <a:schemeClr val="dk1"/>
              </a:solidFill>
              <a:latin typeface="Calibri"/>
              <a:ea typeface="Calibri"/>
              <a:cs typeface="Calibri"/>
              <a:sym typeface="Calibri"/>
            </a:endParaRPr>
          </a:p>
        </p:txBody>
      </p:sp>
      <p:sp>
        <p:nvSpPr>
          <p:cNvPr id="299" name="Google Shape;299;gdccdb6c998_0_81"/>
          <p:cNvSpPr/>
          <p:nvPr/>
        </p:nvSpPr>
        <p:spPr>
          <a:xfrm>
            <a:off x="6804" y="563336"/>
            <a:ext cx="12192000" cy="136200"/>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0" name="Google Shape;300;gdccdb6c998_0_81"/>
          <p:cNvSpPr txBox="1"/>
          <p:nvPr/>
        </p:nvSpPr>
        <p:spPr>
          <a:xfrm>
            <a:off x="6800" y="4649225"/>
            <a:ext cx="9708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 After selecting the conference, the Chair can also change the submission deadline.</a:t>
            </a:r>
            <a:endParaRPr sz="1800">
              <a:solidFill>
                <a:schemeClr val="dk1"/>
              </a:solidFill>
              <a:latin typeface="Calibri"/>
              <a:ea typeface="Calibri"/>
              <a:cs typeface="Calibri"/>
              <a:sym typeface="Calibri"/>
            </a:endParaRPr>
          </a:p>
        </p:txBody>
      </p:sp>
      <p:pic>
        <p:nvPicPr>
          <p:cNvPr id="301" name="Google Shape;301;gdccdb6c998_0_81"/>
          <p:cNvPicPr preferRelativeResize="0"/>
          <p:nvPr/>
        </p:nvPicPr>
        <p:blipFill>
          <a:blip r:embed="rId3">
            <a:alphaModFix/>
          </a:blip>
          <a:stretch>
            <a:fillRect/>
          </a:stretch>
        </p:blipFill>
        <p:spPr>
          <a:xfrm>
            <a:off x="436850" y="862400"/>
            <a:ext cx="4161550" cy="3623950"/>
          </a:xfrm>
          <a:prstGeom prst="rect">
            <a:avLst/>
          </a:prstGeom>
          <a:noFill/>
          <a:ln>
            <a:noFill/>
          </a:ln>
        </p:spPr>
      </p:pic>
      <p:sp>
        <p:nvSpPr>
          <p:cNvPr id="302" name="Google Shape;302;gdccdb6c998_0_81"/>
          <p:cNvSpPr/>
          <p:nvPr/>
        </p:nvSpPr>
        <p:spPr>
          <a:xfrm>
            <a:off x="436858" y="3408875"/>
            <a:ext cx="3909600" cy="244800"/>
          </a:xfrm>
          <a:prstGeom prst="roundRect">
            <a:avLst>
              <a:gd fmla="val 16667" name="adj"/>
            </a:avLst>
          </a:prstGeom>
          <a:solidFill>
            <a:srgbClr val="E2E6ED">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cxnSp>
        <p:nvCxnSpPr>
          <p:cNvPr id="303" name="Google Shape;303;gdccdb6c998_0_81"/>
          <p:cNvCxnSpPr>
            <a:stCxn id="301" idx="3"/>
            <a:endCxn id="304" idx="1"/>
          </p:cNvCxnSpPr>
          <p:nvPr/>
        </p:nvCxnSpPr>
        <p:spPr>
          <a:xfrm>
            <a:off x="4598400" y="2674375"/>
            <a:ext cx="2427600" cy="0"/>
          </a:xfrm>
          <a:prstGeom prst="straightConnector1">
            <a:avLst/>
          </a:prstGeom>
          <a:noFill/>
          <a:ln cap="flat" cmpd="sng" w="25400">
            <a:solidFill>
              <a:srgbClr val="979797"/>
            </a:solidFill>
            <a:prstDash val="solid"/>
            <a:miter lim="800000"/>
            <a:headEnd len="sm" w="sm" type="none"/>
            <a:tailEnd len="med" w="med" type="stealth"/>
          </a:ln>
        </p:spPr>
      </p:cxnSp>
      <p:pic>
        <p:nvPicPr>
          <p:cNvPr id="304" name="Google Shape;304;gdccdb6c998_0_81"/>
          <p:cNvPicPr preferRelativeResize="0"/>
          <p:nvPr/>
        </p:nvPicPr>
        <p:blipFill>
          <a:blip r:embed="rId4">
            <a:alphaModFix/>
          </a:blip>
          <a:stretch>
            <a:fillRect/>
          </a:stretch>
        </p:blipFill>
        <p:spPr>
          <a:xfrm>
            <a:off x="7026006" y="851936"/>
            <a:ext cx="4014758" cy="3644889"/>
          </a:xfrm>
          <a:prstGeom prst="rect">
            <a:avLst/>
          </a:prstGeom>
          <a:noFill/>
          <a:ln>
            <a:noFill/>
          </a:ln>
        </p:spPr>
      </p:pic>
      <p:sp>
        <p:nvSpPr>
          <p:cNvPr id="305" name="Google Shape;305;gdccdb6c998_0_81"/>
          <p:cNvSpPr/>
          <p:nvPr/>
        </p:nvSpPr>
        <p:spPr>
          <a:xfrm>
            <a:off x="7026000" y="3569350"/>
            <a:ext cx="3683700" cy="191100"/>
          </a:xfrm>
          <a:prstGeom prst="roundRect">
            <a:avLst>
              <a:gd fmla="val 16667" name="adj"/>
            </a:avLst>
          </a:prstGeom>
          <a:solidFill>
            <a:srgbClr val="E2E6ED">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7"/>
          <p:cNvSpPr txBox="1"/>
          <p:nvPr/>
        </p:nvSpPr>
        <p:spPr>
          <a:xfrm>
            <a:off x="36562" y="10806"/>
            <a:ext cx="5069417" cy="666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3. Evaluate the paper</a:t>
            </a:r>
            <a:endParaRPr b="0" i="0" sz="1800" u="none" cap="none" strike="noStrike">
              <a:solidFill>
                <a:schemeClr val="dk1"/>
              </a:solidFill>
              <a:latin typeface="Calibri"/>
              <a:ea typeface="Calibri"/>
              <a:cs typeface="Calibri"/>
              <a:sym typeface="Calibri"/>
            </a:endParaRPr>
          </a:p>
        </p:txBody>
      </p:sp>
      <p:sp>
        <p:nvSpPr>
          <p:cNvPr id="311" name="Google Shape;311;p17"/>
          <p:cNvSpPr/>
          <p:nvPr/>
        </p:nvSpPr>
        <p:spPr>
          <a:xfrm>
            <a:off x="11" y="541489"/>
            <a:ext cx="12192000" cy="136200"/>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312" name="Google Shape;312;p17"/>
          <p:cNvPicPr preferRelativeResize="0"/>
          <p:nvPr/>
        </p:nvPicPr>
        <p:blipFill>
          <a:blip r:embed="rId3">
            <a:alphaModFix/>
          </a:blip>
          <a:stretch>
            <a:fillRect/>
          </a:stretch>
        </p:blipFill>
        <p:spPr>
          <a:xfrm>
            <a:off x="152400" y="830101"/>
            <a:ext cx="5734050" cy="3772800"/>
          </a:xfrm>
          <a:prstGeom prst="rect">
            <a:avLst/>
          </a:prstGeom>
          <a:noFill/>
          <a:ln>
            <a:noFill/>
          </a:ln>
        </p:spPr>
      </p:pic>
      <p:sp>
        <p:nvSpPr>
          <p:cNvPr id="313" name="Google Shape;313;p17"/>
          <p:cNvSpPr/>
          <p:nvPr/>
        </p:nvSpPr>
        <p:spPr>
          <a:xfrm>
            <a:off x="253933" y="2213750"/>
            <a:ext cx="3909600" cy="244800"/>
          </a:xfrm>
          <a:prstGeom prst="roundRect">
            <a:avLst>
              <a:gd fmla="val 16667" name="adj"/>
            </a:avLst>
          </a:prstGeom>
          <a:solidFill>
            <a:srgbClr val="E2E6ED">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cxnSp>
        <p:nvCxnSpPr>
          <p:cNvPr id="314" name="Google Shape;314;p17"/>
          <p:cNvCxnSpPr/>
          <p:nvPr/>
        </p:nvCxnSpPr>
        <p:spPr>
          <a:xfrm>
            <a:off x="5931250" y="2332350"/>
            <a:ext cx="1602000" cy="5100"/>
          </a:xfrm>
          <a:prstGeom prst="straightConnector1">
            <a:avLst/>
          </a:prstGeom>
          <a:noFill/>
          <a:ln cap="flat" cmpd="sng" w="25400">
            <a:solidFill>
              <a:srgbClr val="979797"/>
            </a:solidFill>
            <a:prstDash val="solid"/>
            <a:miter lim="800000"/>
            <a:headEnd len="sm" w="sm" type="none"/>
            <a:tailEnd len="med" w="med" type="stealth"/>
          </a:ln>
        </p:spPr>
      </p:cxnSp>
      <p:sp>
        <p:nvSpPr>
          <p:cNvPr id="315" name="Google Shape;315;p17"/>
          <p:cNvSpPr txBox="1"/>
          <p:nvPr/>
        </p:nvSpPr>
        <p:spPr>
          <a:xfrm>
            <a:off x="152400" y="4755300"/>
            <a:ext cx="118956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 The Chair can select </a:t>
            </a:r>
            <a:r>
              <a:rPr lang="en-US" sz="1800">
                <a:solidFill>
                  <a:schemeClr val="dk1"/>
                </a:solidFill>
                <a:latin typeface="Calibri"/>
                <a:ea typeface="Calibri"/>
                <a:cs typeface="Calibri"/>
                <a:sym typeface="Calibri"/>
              </a:rPr>
              <a:t>evaluate</a:t>
            </a:r>
            <a:r>
              <a:rPr lang="en-US" sz="1800">
                <a:solidFill>
                  <a:schemeClr val="dk1"/>
                </a:solidFill>
                <a:latin typeface="Calibri"/>
                <a:ea typeface="Calibri"/>
                <a:cs typeface="Calibri"/>
                <a:sym typeface="Calibri"/>
              </a:rPr>
              <a:t> paper option, to take a final decision on the papers </a:t>
            </a:r>
            <a:r>
              <a:rPr lang="en-US" sz="1800">
                <a:solidFill>
                  <a:schemeClr val="dk1"/>
                </a:solidFill>
                <a:latin typeface="Calibri"/>
                <a:ea typeface="Calibri"/>
                <a:cs typeface="Calibri"/>
                <a:sym typeface="Calibri"/>
              </a:rPr>
              <a:t>submitted</a:t>
            </a:r>
            <a:r>
              <a:rPr lang="en-US" sz="1800">
                <a:solidFill>
                  <a:schemeClr val="dk1"/>
                </a:solidFill>
                <a:latin typeface="Calibri"/>
                <a:ea typeface="Calibri"/>
                <a:cs typeface="Calibri"/>
                <a:sym typeface="Calibri"/>
              </a:rPr>
              <a:t> by the authors.</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The Chair can select a </a:t>
            </a:r>
            <a:r>
              <a:rPr lang="en-US" sz="1800">
                <a:solidFill>
                  <a:schemeClr val="dk1"/>
                </a:solidFill>
                <a:latin typeface="Calibri"/>
                <a:ea typeface="Calibri"/>
                <a:cs typeface="Calibri"/>
                <a:sym typeface="Calibri"/>
              </a:rPr>
              <a:t>specific</a:t>
            </a:r>
            <a:r>
              <a:rPr lang="en-US" sz="1800">
                <a:solidFill>
                  <a:schemeClr val="dk1"/>
                </a:solidFill>
                <a:latin typeface="Calibri"/>
                <a:ea typeface="Calibri"/>
                <a:cs typeface="Calibri"/>
                <a:sym typeface="Calibri"/>
              </a:rPr>
              <a:t> conference.</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If the Chair has already evaluated the paper, then he/she will not be able to take another decision again.</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pic>
        <p:nvPicPr>
          <p:cNvPr id="316" name="Google Shape;316;p17"/>
          <p:cNvPicPr preferRelativeResize="0"/>
          <p:nvPr/>
        </p:nvPicPr>
        <p:blipFill>
          <a:blip r:embed="rId4">
            <a:alphaModFix/>
          </a:blip>
          <a:stretch>
            <a:fillRect/>
          </a:stretch>
        </p:blipFill>
        <p:spPr>
          <a:xfrm>
            <a:off x="7564726" y="830100"/>
            <a:ext cx="4210174" cy="3772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dccdb6c998_0_102"/>
          <p:cNvSpPr txBox="1"/>
          <p:nvPr/>
        </p:nvSpPr>
        <p:spPr>
          <a:xfrm>
            <a:off x="36562" y="10806"/>
            <a:ext cx="5069400" cy="66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3. Evaluate the paper</a:t>
            </a:r>
            <a:endParaRPr b="0" i="0" sz="1800" u="none" cap="none" strike="noStrike">
              <a:solidFill>
                <a:schemeClr val="dk1"/>
              </a:solidFill>
              <a:latin typeface="Calibri"/>
              <a:ea typeface="Calibri"/>
              <a:cs typeface="Calibri"/>
              <a:sym typeface="Calibri"/>
            </a:endParaRPr>
          </a:p>
        </p:txBody>
      </p:sp>
      <p:sp>
        <p:nvSpPr>
          <p:cNvPr id="322" name="Google Shape;322;gdccdb6c998_0_102"/>
          <p:cNvSpPr/>
          <p:nvPr/>
        </p:nvSpPr>
        <p:spPr>
          <a:xfrm>
            <a:off x="11" y="541489"/>
            <a:ext cx="12192000" cy="136200"/>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cxnSp>
        <p:nvCxnSpPr>
          <p:cNvPr id="323" name="Google Shape;323;gdccdb6c998_0_102"/>
          <p:cNvCxnSpPr>
            <a:stCxn id="324" idx="3"/>
            <a:endCxn id="325" idx="1"/>
          </p:cNvCxnSpPr>
          <p:nvPr/>
        </p:nvCxnSpPr>
        <p:spPr>
          <a:xfrm>
            <a:off x="6002850" y="2716500"/>
            <a:ext cx="825900" cy="0"/>
          </a:xfrm>
          <a:prstGeom prst="straightConnector1">
            <a:avLst/>
          </a:prstGeom>
          <a:noFill/>
          <a:ln cap="flat" cmpd="sng" w="25400">
            <a:solidFill>
              <a:srgbClr val="979797"/>
            </a:solidFill>
            <a:prstDash val="solid"/>
            <a:miter lim="800000"/>
            <a:headEnd len="sm" w="sm" type="none"/>
            <a:tailEnd len="med" w="med" type="stealth"/>
          </a:ln>
        </p:spPr>
      </p:cxnSp>
      <p:sp>
        <p:nvSpPr>
          <p:cNvPr id="326" name="Google Shape;326;gdccdb6c998_0_102"/>
          <p:cNvSpPr txBox="1"/>
          <p:nvPr/>
        </p:nvSpPr>
        <p:spPr>
          <a:xfrm>
            <a:off x="152400" y="4755300"/>
            <a:ext cx="118956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If the Chair has not taken a decision, then he/she can take the final call on the paper.</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The can can also see the marks provided by the Reviewers.</a:t>
            </a:r>
            <a:endParaRPr sz="1800">
              <a:solidFill>
                <a:schemeClr val="dk1"/>
              </a:solidFill>
              <a:latin typeface="Calibri"/>
              <a:ea typeface="Calibri"/>
              <a:cs typeface="Calibri"/>
              <a:sym typeface="Calibri"/>
            </a:endParaRPr>
          </a:p>
        </p:txBody>
      </p:sp>
      <p:pic>
        <p:nvPicPr>
          <p:cNvPr id="324" name="Google Shape;324;gdccdb6c998_0_102"/>
          <p:cNvPicPr preferRelativeResize="0"/>
          <p:nvPr/>
        </p:nvPicPr>
        <p:blipFill>
          <a:blip r:embed="rId3">
            <a:alphaModFix/>
          </a:blip>
          <a:stretch>
            <a:fillRect/>
          </a:stretch>
        </p:blipFill>
        <p:spPr>
          <a:xfrm>
            <a:off x="1068325" y="677700"/>
            <a:ext cx="4934525" cy="4077600"/>
          </a:xfrm>
          <a:prstGeom prst="rect">
            <a:avLst/>
          </a:prstGeom>
          <a:noFill/>
          <a:ln>
            <a:noFill/>
          </a:ln>
        </p:spPr>
      </p:pic>
      <p:pic>
        <p:nvPicPr>
          <p:cNvPr id="325" name="Google Shape;325;gdccdb6c998_0_102"/>
          <p:cNvPicPr preferRelativeResize="0"/>
          <p:nvPr/>
        </p:nvPicPr>
        <p:blipFill>
          <a:blip r:embed="rId4">
            <a:alphaModFix/>
          </a:blip>
          <a:stretch>
            <a:fillRect/>
          </a:stretch>
        </p:blipFill>
        <p:spPr>
          <a:xfrm>
            <a:off x="6828850" y="677697"/>
            <a:ext cx="4934525" cy="4077600"/>
          </a:xfrm>
          <a:prstGeom prst="rect">
            <a:avLst/>
          </a:prstGeom>
          <a:noFill/>
          <a:ln>
            <a:noFill/>
          </a:ln>
        </p:spPr>
      </p:pic>
      <p:sp>
        <p:nvSpPr>
          <p:cNvPr id="327" name="Google Shape;327;gdccdb6c998_0_102"/>
          <p:cNvSpPr/>
          <p:nvPr/>
        </p:nvSpPr>
        <p:spPr>
          <a:xfrm>
            <a:off x="1068333" y="4011175"/>
            <a:ext cx="3909600" cy="244800"/>
          </a:xfrm>
          <a:prstGeom prst="roundRect">
            <a:avLst>
              <a:gd fmla="val 16667" name="adj"/>
            </a:avLst>
          </a:prstGeom>
          <a:solidFill>
            <a:srgbClr val="E2E6ED">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id="332" name="Google Shape;332;p18"/>
          <p:cNvPicPr preferRelativeResize="0"/>
          <p:nvPr/>
        </p:nvPicPr>
        <p:blipFill>
          <a:blip r:embed="rId3">
            <a:alphaModFix/>
          </a:blip>
          <a:stretch>
            <a:fillRect/>
          </a:stretch>
        </p:blipFill>
        <p:spPr>
          <a:xfrm>
            <a:off x="125950" y="972052"/>
            <a:ext cx="5248624" cy="4323301"/>
          </a:xfrm>
          <a:prstGeom prst="rect">
            <a:avLst/>
          </a:prstGeom>
          <a:noFill/>
          <a:ln>
            <a:noFill/>
          </a:ln>
        </p:spPr>
      </p:pic>
      <p:sp>
        <p:nvSpPr>
          <p:cNvPr id="333" name="Google Shape;333;p18"/>
          <p:cNvSpPr txBox="1"/>
          <p:nvPr/>
        </p:nvSpPr>
        <p:spPr>
          <a:xfrm>
            <a:off x="3994" y="8586"/>
            <a:ext cx="5916083" cy="64558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4. Chair can check the notification</a:t>
            </a:r>
            <a:endParaRPr b="0" i="0" sz="1800" u="none" cap="none" strike="noStrike">
              <a:solidFill>
                <a:schemeClr val="dk1"/>
              </a:solidFill>
              <a:latin typeface="Calibri"/>
              <a:ea typeface="Calibri"/>
              <a:cs typeface="Calibri"/>
              <a:sym typeface="Calibri"/>
            </a:endParaRPr>
          </a:p>
        </p:txBody>
      </p:sp>
      <p:sp>
        <p:nvSpPr>
          <p:cNvPr id="334" name="Google Shape;334;p18"/>
          <p:cNvSpPr/>
          <p:nvPr/>
        </p:nvSpPr>
        <p:spPr>
          <a:xfrm>
            <a:off x="125940" y="4776561"/>
            <a:ext cx="1537500" cy="258600"/>
          </a:xfrm>
          <a:prstGeom prst="roundRect">
            <a:avLst>
              <a:gd fmla="val 16667" name="adj"/>
            </a:avLst>
          </a:prstGeom>
          <a:solidFill>
            <a:srgbClr val="E2E6ED">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5" name="Google Shape;335;p18"/>
          <p:cNvSpPr/>
          <p:nvPr/>
        </p:nvSpPr>
        <p:spPr>
          <a:xfrm>
            <a:off x="6804" y="503464"/>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336" name="Google Shape;336;p18"/>
          <p:cNvPicPr preferRelativeResize="0"/>
          <p:nvPr/>
        </p:nvPicPr>
        <p:blipFill>
          <a:blip r:embed="rId4">
            <a:alphaModFix/>
          </a:blip>
          <a:stretch>
            <a:fillRect/>
          </a:stretch>
        </p:blipFill>
        <p:spPr>
          <a:xfrm>
            <a:off x="6017175" y="2100248"/>
            <a:ext cx="5734050" cy="2066925"/>
          </a:xfrm>
          <a:prstGeom prst="rect">
            <a:avLst/>
          </a:prstGeom>
          <a:noFill/>
          <a:ln>
            <a:noFill/>
          </a:ln>
        </p:spPr>
      </p:pic>
      <p:cxnSp>
        <p:nvCxnSpPr>
          <p:cNvPr id="337" name="Google Shape;337;p18"/>
          <p:cNvCxnSpPr>
            <a:stCxn id="332" idx="3"/>
            <a:endCxn id="336" idx="1"/>
          </p:cNvCxnSpPr>
          <p:nvPr/>
        </p:nvCxnSpPr>
        <p:spPr>
          <a:xfrm>
            <a:off x="5374574" y="3133702"/>
            <a:ext cx="642600" cy="0"/>
          </a:xfrm>
          <a:prstGeom prst="straightConnector1">
            <a:avLst/>
          </a:prstGeom>
          <a:noFill/>
          <a:ln cap="flat" cmpd="sng" w="25400">
            <a:solidFill>
              <a:srgbClr val="979797"/>
            </a:solidFill>
            <a:prstDash val="solid"/>
            <a:miter lim="800000"/>
            <a:headEnd len="sm" w="sm" type="none"/>
            <a:tailEnd len="med" w="med" type="stealth"/>
          </a:ln>
        </p:spPr>
      </p:cxnSp>
      <p:sp>
        <p:nvSpPr>
          <p:cNvPr id="338" name="Google Shape;338;p18"/>
          <p:cNvSpPr txBox="1"/>
          <p:nvPr/>
        </p:nvSpPr>
        <p:spPr>
          <a:xfrm>
            <a:off x="6800" y="5529650"/>
            <a:ext cx="11067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 The Chair can select notification option to check the notifications related to Chair.</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pic>
        <p:nvPicPr>
          <p:cNvPr id="343" name="Google Shape;343;p19"/>
          <p:cNvPicPr preferRelativeResize="0"/>
          <p:nvPr/>
        </p:nvPicPr>
        <p:blipFill>
          <a:blip r:embed="rId3">
            <a:alphaModFix/>
          </a:blip>
          <a:stretch>
            <a:fillRect/>
          </a:stretch>
        </p:blipFill>
        <p:spPr>
          <a:xfrm>
            <a:off x="4221250" y="838249"/>
            <a:ext cx="4706525" cy="4397926"/>
          </a:xfrm>
          <a:prstGeom prst="rect">
            <a:avLst/>
          </a:prstGeom>
          <a:noFill/>
          <a:ln>
            <a:noFill/>
          </a:ln>
        </p:spPr>
      </p:pic>
      <p:sp>
        <p:nvSpPr>
          <p:cNvPr id="344" name="Google Shape;344;p19"/>
          <p:cNvSpPr txBox="1"/>
          <p:nvPr/>
        </p:nvSpPr>
        <p:spPr>
          <a:xfrm>
            <a:off x="13165" y="6894"/>
            <a:ext cx="9768417" cy="1206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dk1"/>
                </a:solidFill>
                <a:latin typeface="Calibri"/>
                <a:ea typeface="Calibri"/>
                <a:cs typeface="Calibri"/>
                <a:sym typeface="Calibri"/>
              </a:rPr>
              <a:t>5. Logout, then go back to Login / Registration Screen</a:t>
            </a:r>
            <a:endParaRPr b="0" i="0" sz="1800" u="none" cap="none" strike="noStrike">
              <a:solidFill>
                <a:schemeClr val="dk1"/>
              </a:solidFill>
              <a:latin typeface="Calibri"/>
              <a:ea typeface="Calibri"/>
              <a:cs typeface="Calibri"/>
              <a:sym typeface="Calibri"/>
            </a:endParaRPr>
          </a:p>
        </p:txBody>
      </p:sp>
      <p:sp>
        <p:nvSpPr>
          <p:cNvPr id="345" name="Google Shape;345;p19">
            <a:hlinkClick action="ppaction://hlinksldjump" r:id="rId4"/>
          </p:cNvPr>
          <p:cNvSpPr/>
          <p:nvPr/>
        </p:nvSpPr>
        <p:spPr>
          <a:xfrm>
            <a:off x="4221256" y="2694465"/>
            <a:ext cx="1537500" cy="258600"/>
          </a:xfrm>
          <a:prstGeom prst="roundRect">
            <a:avLst>
              <a:gd fmla="val 16667" name="adj"/>
            </a:avLst>
          </a:prstGeom>
          <a:solidFill>
            <a:srgbClr val="FFFFFF">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6" name="Google Shape;346;p19"/>
          <p:cNvSpPr/>
          <p:nvPr/>
        </p:nvSpPr>
        <p:spPr>
          <a:xfrm>
            <a:off x="6804" y="503464"/>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7" name="Google Shape;347;p19"/>
          <p:cNvSpPr txBox="1"/>
          <p:nvPr/>
        </p:nvSpPr>
        <p:spPr>
          <a:xfrm>
            <a:off x="13175" y="5288100"/>
            <a:ext cx="11833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 The Chair can select Logout option to exit the system.</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5"/>
          <p:cNvSpPr txBox="1"/>
          <p:nvPr/>
        </p:nvSpPr>
        <p:spPr>
          <a:xfrm>
            <a:off x="600226" y="252488"/>
            <a:ext cx="7937500" cy="793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chemeClr val="dk1"/>
                </a:solidFill>
                <a:latin typeface="Calibri"/>
                <a:ea typeface="Calibri"/>
                <a:cs typeface="Calibri"/>
                <a:sym typeface="Calibri"/>
              </a:rPr>
              <a:t>Feature 3 Paper Submission</a:t>
            </a:r>
            <a:endParaRPr b="0" i="0" sz="4800" u="none" cap="none" strike="noStrike">
              <a:solidFill>
                <a:schemeClr val="dk1"/>
              </a:solidFill>
              <a:latin typeface="Calibri"/>
              <a:ea typeface="Calibri"/>
              <a:cs typeface="Calibri"/>
              <a:sym typeface="Calibri"/>
            </a:endParaRPr>
          </a:p>
        </p:txBody>
      </p:sp>
      <p:sp>
        <p:nvSpPr>
          <p:cNvPr id="353" name="Google Shape;353;p25"/>
          <p:cNvSpPr txBox="1"/>
          <p:nvPr/>
        </p:nvSpPr>
        <p:spPr>
          <a:xfrm>
            <a:off x="714375" y="1608667"/>
            <a:ext cx="5312833" cy="2158365"/>
          </a:xfrm>
          <a:prstGeom prst="rect">
            <a:avLst/>
          </a:prstGeom>
          <a:noFill/>
          <a:ln>
            <a:noFill/>
          </a:ln>
        </p:spPr>
        <p:txBody>
          <a:bodyPr anchorCtr="0" anchor="t" bIns="45700" lIns="91425" spcFirstLastPara="1" rIns="91425" wrap="square" tIns="45700">
            <a:spAutoFit/>
          </a:bodyPr>
          <a:lstStyle/>
          <a:p>
            <a:pPr indent="-514350" lvl="0" marL="514350" marR="0" rtl="0" algn="l">
              <a:lnSpc>
                <a:spcPct val="120000"/>
              </a:lnSpc>
              <a:spcBef>
                <a:spcPts val="0"/>
              </a:spcBef>
              <a:spcAft>
                <a:spcPts val="0"/>
              </a:spcAft>
              <a:buClr>
                <a:schemeClr val="dk1"/>
              </a:buClr>
              <a:buSzPts val="2800"/>
              <a:buFont typeface="Calibri"/>
              <a:buAutoNum type="arabicPeriod"/>
            </a:pPr>
            <a:r>
              <a:rPr b="0" i="0" lang="en-US" sz="2800" u="none" cap="none" strike="noStrike">
                <a:solidFill>
                  <a:schemeClr val="dk1"/>
                </a:solidFill>
                <a:latin typeface="Calibri"/>
                <a:ea typeface="Calibri"/>
                <a:cs typeface="Calibri"/>
                <a:sym typeface="Calibri"/>
              </a:rPr>
              <a:t>Upload paper to conferences</a:t>
            </a:r>
            <a:endParaRPr b="0" i="0" sz="2800" u="none" cap="none" strike="noStrike">
              <a:solidFill>
                <a:schemeClr val="dk1"/>
              </a:solidFill>
              <a:latin typeface="Calibri"/>
              <a:ea typeface="Calibri"/>
              <a:cs typeface="Calibri"/>
              <a:sym typeface="Calibri"/>
            </a:endParaRPr>
          </a:p>
          <a:p>
            <a:pPr indent="-514350" lvl="0" marL="514350" marR="0" rtl="0" algn="l">
              <a:lnSpc>
                <a:spcPct val="120000"/>
              </a:lnSpc>
              <a:spcBef>
                <a:spcPts val="0"/>
              </a:spcBef>
              <a:spcAft>
                <a:spcPts val="0"/>
              </a:spcAft>
              <a:buClr>
                <a:schemeClr val="dk1"/>
              </a:buClr>
              <a:buSzPts val="2800"/>
              <a:buFont typeface="Calibri"/>
              <a:buAutoNum type="arabicPeriod"/>
            </a:pPr>
            <a:r>
              <a:rPr b="0" i="0" lang="en-US" sz="2800" u="none" cap="none" strike="noStrike">
                <a:solidFill>
                  <a:schemeClr val="dk1"/>
                </a:solidFill>
                <a:latin typeface="Calibri"/>
                <a:ea typeface="Calibri"/>
                <a:cs typeface="Calibri"/>
                <a:sym typeface="Calibri"/>
              </a:rPr>
              <a:t>Status of the paper</a:t>
            </a:r>
            <a:endParaRPr b="0" i="0" sz="2800" u="none" cap="none" strike="noStrike">
              <a:solidFill>
                <a:schemeClr val="dk1"/>
              </a:solidFill>
              <a:latin typeface="Calibri"/>
              <a:ea typeface="Calibri"/>
              <a:cs typeface="Calibri"/>
              <a:sym typeface="Calibri"/>
            </a:endParaRPr>
          </a:p>
          <a:p>
            <a:pPr indent="-514350" lvl="0" marL="514350" marR="0" rtl="0" algn="l">
              <a:lnSpc>
                <a:spcPct val="120000"/>
              </a:lnSpc>
              <a:spcBef>
                <a:spcPts val="0"/>
              </a:spcBef>
              <a:spcAft>
                <a:spcPts val="0"/>
              </a:spcAft>
              <a:buClr>
                <a:schemeClr val="dk1"/>
              </a:buClr>
              <a:buSzPts val="2800"/>
              <a:buFont typeface="Calibri"/>
              <a:buAutoNum type="arabicPeriod"/>
            </a:pPr>
            <a:r>
              <a:rPr b="0" i="0" lang="en-US" sz="2800" u="none" cap="none" strike="noStrike">
                <a:solidFill>
                  <a:schemeClr val="dk1"/>
                </a:solidFill>
                <a:latin typeface="Calibri"/>
                <a:ea typeface="Calibri"/>
                <a:cs typeface="Calibri"/>
                <a:sym typeface="Calibri"/>
              </a:rPr>
              <a:t>Notification </a:t>
            </a:r>
            <a:endParaRPr b="0" i="0" sz="2800" u="none" cap="none" strike="noStrike">
              <a:solidFill>
                <a:schemeClr val="dk1"/>
              </a:solidFill>
              <a:latin typeface="Calibri"/>
              <a:ea typeface="Calibri"/>
              <a:cs typeface="Calibri"/>
              <a:sym typeface="Calibri"/>
            </a:endParaRPr>
          </a:p>
          <a:p>
            <a:pPr indent="-514350" lvl="0" marL="514350" marR="0" rtl="0" algn="l">
              <a:lnSpc>
                <a:spcPct val="120000"/>
              </a:lnSpc>
              <a:spcBef>
                <a:spcPts val="0"/>
              </a:spcBef>
              <a:spcAft>
                <a:spcPts val="0"/>
              </a:spcAft>
              <a:buClr>
                <a:schemeClr val="dk1"/>
              </a:buClr>
              <a:buSzPts val="2800"/>
              <a:buFont typeface="Calibri"/>
              <a:buAutoNum type="arabicPeriod"/>
            </a:pPr>
            <a:r>
              <a:rPr b="0" i="0" lang="en-US" sz="2800" u="none" cap="none" strike="noStrike">
                <a:solidFill>
                  <a:schemeClr val="dk1"/>
                </a:solidFill>
                <a:latin typeface="Calibri"/>
                <a:ea typeface="Calibri"/>
                <a:cs typeface="Calibri"/>
                <a:sym typeface="Calibri"/>
              </a:rPr>
              <a:t>Logout</a:t>
            </a:r>
            <a:endParaRPr b="0" i="0" sz="1800" u="none" cap="none" strike="noStrike">
              <a:solidFill>
                <a:schemeClr val="dk1"/>
              </a:solidFill>
              <a:latin typeface="Calibri"/>
              <a:ea typeface="Calibri"/>
              <a:cs typeface="Calibri"/>
              <a:sym typeface="Calibri"/>
            </a:endParaRPr>
          </a:p>
        </p:txBody>
      </p:sp>
      <p:pic>
        <p:nvPicPr>
          <p:cNvPr descr="upload_128302436" id="354" name="Google Shape;354;p25"/>
          <p:cNvPicPr preferRelativeResize="0"/>
          <p:nvPr/>
        </p:nvPicPr>
        <p:blipFill rotWithShape="1">
          <a:blip r:embed="rId3">
            <a:alphaModFix/>
          </a:blip>
          <a:srcRect b="0" l="0" r="0" t="0"/>
          <a:stretch/>
        </p:blipFill>
        <p:spPr>
          <a:xfrm>
            <a:off x="2926292" y="3772958"/>
            <a:ext cx="9260417" cy="3079750"/>
          </a:xfrm>
          <a:prstGeom prst="rect">
            <a:avLst/>
          </a:prstGeom>
          <a:noFill/>
          <a:ln>
            <a:noFill/>
          </a:ln>
        </p:spPr>
      </p:pic>
      <p:sp>
        <p:nvSpPr>
          <p:cNvPr id="355" name="Google Shape;355;p25"/>
          <p:cNvSpPr/>
          <p:nvPr/>
        </p:nvSpPr>
        <p:spPr>
          <a:xfrm>
            <a:off x="-6803" y="1129393"/>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id="360" name="Google Shape;360;gdccdb6c998_0_34"/>
          <p:cNvPicPr preferRelativeResize="0"/>
          <p:nvPr/>
        </p:nvPicPr>
        <p:blipFill>
          <a:blip r:embed="rId3">
            <a:alphaModFix/>
          </a:blip>
          <a:stretch>
            <a:fillRect/>
          </a:stretch>
        </p:blipFill>
        <p:spPr>
          <a:xfrm>
            <a:off x="152400" y="1055388"/>
            <a:ext cx="5734050" cy="2667000"/>
          </a:xfrm>
          <a:prstGeom prst="rect">
            <a:avLst/>
          </a:prstGeom>
          <a:noFill/>
          <a:ln>
            <a:noFill/>
          </a:ln>
        </p:spPr>
      </p:pic>
      <p:sp>
        <p:nvSpPr>
          <p:cNvPr id="361" name="Google Shape;361;gdccdb6c998_0_34"/>
          <p:cNvSpPr txBox="1"/>
          <p:nvPr/>
        </p:nvSpPr>
        <p:spPr>
          <a:xfrm>
            <a:off x="109238" y="13988"/>
            <a:ext cx="2741100" cy="888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dk1"/>
                </a:solidFill>
                <a:latin typeface="Calibri"/>
                <a:ea typeface="Calibri"/>
                <a:cs typeface="Calibri"/>
                <a:sym typeface="Calibri"/>
              </a:rPr>
              <a:t>1. Upload paper</a:t>
            </a:r>
            <a:endParaRPr b="0" i="0" sz="1800" u="none" cap="none" strike="noStrike">
              <a:solidFill>
                <a:schemeClr val="dk1"/>
              </a:solidFill>
              <a:latin typeface="Calibri"/>
              <a:ea typeface="Calibri"/>
              <a:cs typeface="Calibri"/>
              <a:sym typeface="Calibri"/>
            </a:endParaRPr>
          </a:p>
        </p:txBody>
      </p:sp>
      <p:sp>
        <p:nvSpPr>
          <p:cNvPr id="362" name="Google Shape;362;gdccdb6c998_0_34"/>
          <p:cNvSpPr/>
          <p:nvPr/>
        </p:nvSpPr>
        <p:spPr>
          <a:xfrm>
            <a:off x="449043" y="2259600"/>
            <a:ext cx="2485800" cy="258600"/>
          </a:xfrm>
          <a:prstGeom prst="roundRect">
            <a:avLst>
              <a:gd fmla="val 16667" name="adj"/>
            </a:avLst>
          </a:prstGeom>
          <a:solidFill>
            <a:srgbClr val="FFFFFF">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3" name="Google Shape;363;gdccdb6c998_0_34"/>
          <p:cNvSpPr/>
          <p:nvPr/>
        </p:nvSpPr>
        <p:spPr>
          <a:xfrm>
            <a:off x="6804" y="503464"/>
            <a:ext cx="12192000" cy="136200"/>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364" name="Google Shape;364;gdccdb6c998_0_34"/>
          <p:cNvPicPr preferRelativeResize="0"/>
          <p:nvPr/>
        </p:nvPicPr>
        <p:blipFill>
          <a:blip r:embed="rId4">
            <a:alphaModFix/>
          </a:blip>
          <a:stretch>
            <a:fillRect/>
          </a:stretch>
        </p:blipFill>
        <p:spPr>
          <a:xfrm>
            <a:off x="6464850" y="1093980"/>
            <a:ext cx="5734050" cy="2589850"/>
          </a:xfrm>
          <a:prstGeom prst="rect">
            <a:avLst/>
          </a:prstGeom>
          <a:noFill/>
          <a:ln>
            <a:noFill/>
          </a:ln>
        </p:spPr>
      </p:pic>
      <p:sp>
        <p:nvSpPr>
          <p:cNvPr id="365" name="Google Shape;365;gdccdb6c998_0_34"/>
          <p:cNvSpPr txBox="1"/>
          <p:nvPr/>
        </p:nvSpPr>
        <p:spPr>
          <a:xfrm>
            <a:off x="6148375" y="981075"/>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cxnSp>
        <p:nvCxnSpPr>
          <p:cNvPr id="366" name="Google Shape;366;gdccdb6c998_0_34"/>
          <p:cNvCxnSpPr>
            <a:stCxn id="360" idx="3"/>
            <a:endCxn id="364" idx="1"/>
          </p:cNvCxnSpPr>
          <p:nvPr/>
        </p:nvCxnSpPr>
        <p:spPr>
          <a:xfrm>
            <a:off x="5886450" y="2388888"/>
            <a:ext cx="578400" cy="0"/>
          </a:xfrm>
          <a:prstGeom prst="straightConnector1">
            <a:avLst/>
          </a:prstGeom>
          <a:noFill/>
          <a:ln cap="flat" cmpd="sng" w="25400">
            <a:solidFill>
              <a:srgbClr val="979797"/>
            </a:solidFill>
            <a:prstDash val="solid"/>
            <a:miter lim="800000"/>
            <a:headEnd len="sm" w="sm" type="none"/>
            <a:tailEnd len="med" w="med" type="stealth"/>
          </a:ln>
        </p:spPr>
      </p:cxnSp>
      <p:sp>
        <p:nvSpPr>
          <p:cNvPr id="367" name="Google Shape;367;gdccdb6c998_0_34"/>
          <p:cNvSpPr txBox="1"/>
          <p:nvPr/>
        </p:nvSpPr>
        <p:spPr>
          <a:xfrm>
            <a:off x="-20200" y="4479300"/>
            <a:ext cx="119136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 For uploading papers, you need to choose role as an Author.</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Once you enter as an Author, you will be displayed a Author home screen.</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For uploading a paper, you can choose to upload paper to conference.</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After that you will be displayed list of conferences.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6"/>
          <p:cNvSpPr txBox="1"/>
          <p:nvPr/>
        </p:nvSpPr>
        <p:spPr>
          <a:xfrm>
            <a:off x="109238" y="13988"/>
            <a:ext cx="2741100" cy="888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dk1"/>
                </a:solidFill>
                <a:latin typeface="Calibri"/>
                <a:ea typeface="Calibri"/>
                <a:cs typeface="Calibri"/>
                <a:sym typeface="Calibri"/>
              </a:rPr>
              <a:t>1. Upload paper</a:t>
            </a:r>
            <a:endParaRPr b="0" i="0" sz="1800" u="none" cap="none" strike="noStrike">
              <a:solidFill>
                <a:schemeClr val="dk1"/>
              </a:solidFill>
              <a:latin typeface="Calibri"/>
              <a:ea typeface="Calibri"/>
              <a:cs typeface="Calibri"/>
              <a:sym typeface="Calibri"/>
            </a:endParaRPr>
          </a:p>
        </p:txBody>
      </p:sp>
      <p:sp>
        <p:nvSpPr>
          <p:cNvPr id="373" name="Google Shape;373;p26"/>
          <p:cNvSpPr/>
          <p:nvPr/>
        </p:nvSpPr>
        <p:spPr>
          <a:xfrm>
            <a:off x="6804" y="503464"/>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374" name="Google Shape;374;p26"/>
          <p:cNvPicPr preferRelativeResize="0"/>
          <p:nvPr/>
        </p:nvPicPr>
        <p:blipFill>
          <a:blip r:embed="rId3">
            <a:alphaModFix/>
          </a:blip>
          <a:stretch>
            <a:fillRect/>
          </a:stretch>
        </p:blipFill>
        <p:spPr>
          <a:xfrm>
            <a:off x="109250" y="1653151"/>
            <a:ext cx="5734050" cy="1609725"/>
          </a:xfrm>
          <a:prstGeom prst="rect">
            <a:avLst/>
          </a:prstGeom>
          <a:noFill/>
          <a:ln>
            <a:noFill/>
          </a:ln>
        </p:spPr>
      </p:pic>
      <p:sp>
        <p:nvSpPr>
          <p:cNvPr id="375" name="Google Shape;375;p26"/>
          <p:cNvSpPr txBox="1"/>
          <p:nvPr/>
        </p:nvSpPr>
        <p:spPr>
          <a:xfrm>
            <a:off x="6148375" y="981075"/>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pic>
        <p:nvPicPr>
          <p:cNvPr id="376" name="Google Shape;376;p26"/>
          <p:cNvPicPr preferRelativeResize="0"/>
          <p:nvPr/>
        </p:nvPicPr>
        <p:blipFill>
          <a:blip r:embed="rId4">
            <a:alphaModFix/>
          </a:blip>
          <a:stretch>
            <a:fillRect/>
          </a:stretch>
        </p:blipFill>
        <p:spPr>
          <a:xfrm>
            <a:off x="7556800" y="1460513"/>
            <a:ext cx="3595528" cy="1994987"/>
          </a:xfrm>
          <a:prstGeom prst="rect">
            <a:avLst/>
          </a:prstGeom>
          <a:noFill/>
          <a:ln>
            <a:noFill/>
          </a:ln>
        </p:spPr>
      </p:pic>
      <p:cxnSp>
        <p:nvCxnSpPr>
          <p:cNvPr id="377" name="Google Shape;377;p26"/>
          <p:cNvCxnSpPr>
            <a:stCxn id="374" idx="3"/>
            <a:endCxn id="376" idx="1"/>
          </p:cNvCxnSpPr>
          <p:nvPr/>
        </p:nvCxnSpPr>
        <p:spPr>
          <a:xfrm>
            <a:off x="5843300" y="2458014"/>
            <a:ext cx="1713600" cy="0"/>
          </a:xfrm>
          <a:prstGeom prst="straightConnector1">
            <a:avLst/>
          </a:prstGeom>
          <a:noFill/>
          <a:ln cap="flat" cmpd="sng" w="25400">
            <a:solidFill>
              <a:srgbClr val="979797"/>
            </a:solidFill>
            <a:prstDash val="solid"/>
            <a:miter lim="800000"/>
            <a:headEnd len="sm" w="sm" type="none"/>
            <a:tailEnd len="med" w="med" type="stealth"/>
          </a:ln>
        </p:spPr>
      </p:cxnSp>
      <p:sp>
        <p:nvSpPr>
          <p:cNvPr id="378" name="Google Shape;378;p26"/>
          <p:cNvSpPr txBox="1"/>
          <p:nvPr/>
        </p:nvSpPr>
        <p:spPr>
          <a:xfrm>
            <a:off x="0" y="3737925"/>
            <a:ext cx="109512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 After choosing a particular conference, you will be displayed the details of the conference.</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The Author can then upload the paper by providing the appropriate path of the paper located in the desktop.</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If the uploading of the paper was successful, a message will be displayed.</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gdcdf7eb756_0_7"/>
          <p:cNvSpPr txBox="1"/>
          <p:nvPr/>
        </p:nvSpPr>
        <p:spPr>
          <a:xfrm>
            <a:off x="109254" y="14000"/>
            <a:ext cx="3694800" cy="888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1" lang="en-US" sz="2600">
                <a:solidFill>
                  <a:schemeClr val="dk1"/>
                </a:solidFill>
                <a:latin typeface="Calibri"/>
                <a:ea typeface="Calibri"/>
                <a:cs typeface="Calibri"/>
                <a:sym typeface="Calibri"/>
              </a:rPr>
              <a:t>2</a:t>
            </a:r>
            <a:r>
              <a:rPr b="1" i="0" lang="en-US" sz="2600" u="none" cap="none" strike="noStrike">
                <a:solidFill>
                  <a:schemeClr val="dk1"/>
                </a:solidFill>
                <a:latin typeface="Calibri"/>
                <a:ea typeface="Calibri"/>
                <a:cs typeface="Calibri"/>
                <a:sym typeface="Calibri"/>
              </a:rPr>
              <a:t>. </a:t>
            </a:r>
            <a:r>
              <a:rPr b="1" lang="en-US" sz="2600">
                <a:solidFill>
                  <a:schemeClr val="dk1"/>
                </a:solidFill>
                <a:latin typeface="Calibri"/>
                <a:ea typeface="Calibri"/>
                <a:cs typeface="Calibri"/>
                <a:sym typeface="Calibri"/>
              </a:rPr>
              <a:t>Author notification</a:t>
            </a:r>
            <a:endParaRPr b="0" i="0" sz="1800" u="none" cap="none" strike="noStrike">
              <a:solidFill>
                <a:schemeClr val="dk1"/>
              </a:solidFill>
              <a:latin typeface="Calibri"/>
              <a:ea typeface="Calibri"/>
              <a:cs typeface="Calibri"/>
              <a:sym typeface="Calibri"/>
            </a:endParaRPr>
          </a:p>
        </p:txBody>
      </p:sp>
      <p:sp>
        <p:nvSpPr>
          <p:cNvPr id="384" name="Google Shape;384;gdcdf7eb756_0_7"/>
          <p:cNvSpPr/>
          <p:nvPr/>
        </p:nvSpPr>
        <p:spPr>
          <a:xfrm>
            <a:off x="6804" y="503464"/>
            <a:ext cx="12192000" cy="136200"/>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5" name="Google Shape;385;gdcdf7eb756_0_7"/>
          <p:cNvSpPr txBox="1"/>
          <p:nvPr/>
        </p:nvSpPr>
        <p:spPr>
          <a:xfrm>
            <a:off x="6148375" y="981075"/>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endParaRPr>
          </a:p>
        </p:txBody>
      </p:sp>
      <p:cxnSp>
        <p:nvCxnSpPr>
          <p:cNvPr id="386" name="Google Shape;386;gdcdf7eb756_0_7"/>
          <p:cNvCxnSpPr>
            <a:endCxn id="387" idx="1"/>
          </p:cNvCxnSpPr>
          <p:nvPr/>
        </p:nvCxnSpPr>
        <p:spPr>
          <a:xfrm>
            <a:off x="5338098" y="3085975"/>
            <a:ext cx="2052900" cy="12000"/>
          </a:xfrm>
          <a:prstGeom prst="straightConnector1">
            <a:avLst/>
          </a:prstGeom>
          <a:noFill/>
          <a:ln cap="flat" cmpd="sng" w="25400">
            <a:solidFill>
              <a:srgbClr val="979797"/>
            </a:solidFill>
            <a:prstDash val="solid"/>
            <a:miter lim="800000"/>
            <a:headEnd len="sm" w="sm" type="none"/>
            <a:tailEnd len="med" w="med" type="stealth"/>
          </a:ln>
        </p:spPr>
      </p:cxnSp>
      <p:sp>
        <p:nvSpPr>
          <p:cNvPr id="388" name="Google Shape;388;gdcdf7eb756_0_7"/>
          <p:cNvSpPr txBox="1"/>
          <p:nvPr/>
        </p:nvSpPr>
        <p:spPr>
          <a:xfrm>
            <a:off x="0" y="4485150"/>
            <a:ext cx="109512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Author’s have option to view notification.</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The Author will rec</a:t>
            </a:r>
            <a:r>
              <a:rPr lang="en-US" sz="1800">
                <a:solidFill>
                  <a:schemeClr val="dk1"/>
                </a:solidFill>
                <a:latin typeface="Calibri"/>
                <a:ea typeface="Calibri"/>
                <a:cs typeface="Calibri"/>
                <a:sym typeface="Calibri"/>
              </a:rPr>
              <a:t>eive notification regarding the decisions taken by the Chair regarding their paper/papers.</a:t>
            </a:r>
            <a:endParaRPr sz="1800">
              <a:solidFill>
                <a:schemeClr val="dk1"/>
              </a:solidFill>
              <a:latin typeface="Calibri"/>
              <a:ea typeface="Calibri"/>
              <a:cs typeface="Calibri"/>
              <a:sym typeface="Calibri"/>
            </a:endParaRPr>
          </a:p>
        </p:txBody>
      </p:sp>
      <p:pic>
        <p:nvPicPr>
          <p:cNvPr id="389" name="Google Shape;389;gdcdf7eb756_0_7"/>
          <p:cNvPicPr preferRelativeResize="0"/>
          <p:nvPr/>
        </p:nvPicPr>
        <p:blipFill>
          <a:blip r:embed="rId3">
            <a:alphaModFix/>
          </a:blip>
          <a:stretch>
            <a:fillRect/>
          </a:stretch>
        </p:blipFill>
        <p:spPr>
          <a:xfrm>
            <a:off x="152400" y="1055300"/>
            <a:ext cx="5185549" cy="4061550"/>
          </a:xfrm>
          <a:prstGeom prst="rect">
            <a:avLst/>
          </a:prstGeom>
          <a:noFill/>
          <a:ln>
            <a:noFill/>
          </a:ln>
        </p:spPr>
      </p:pic>
      <p:pic>
        <p:nvPicPr>
          <p:cNvPr id="387" name="Google Shape;387;gdcdf7eb756_0_7"/>
          <p:cNvPicPr preferRelativeResize="0"/>
          <p:nvPr/>
        </p:nvPicPr>
        <p:blipFill>
          <a:blip r:embed="rId4">
            <a:alphaModFix/>
          </a:blip>
          <a:stretch>
            <a:fillRect/>
          </a:stretch>
        </p:blipFill>
        <p:spPr>
          <a:xfrm>
            <a:off x="7390998" y="2653525"/>
            <a:ext cx="4723000" cy="888900"/>
          </a:xfrm>
          <a:prstGeom prst="rect">
            <a:avLst/>
          </a:prstGeom>
          <a:noFill/>
          <a:ln>
            <a:noFill/>
          </a:ln>
        </p:spPr>
      </p:pic>
      <p:sp>
        <p:nvSpPr>
          <p:cNvPr id="390" name="Google Shape;390;gdcdf7eb756_0_7"/>
          <p:cNvSpPr/>
          <p:nvPr/>
        </p:nvSpPr>
        <p:spPr>
          <a:xfrm>
            <a:off x="1850" y="4485150"/>
            <a:ext cx="3909600" cy="223200"/>
          </a:xfrm>
          <a:prstGeom prst="roundRect">
            <a:avLst>
              <a:gd fmla="val 16667" name="adj"/>
            </a:avLst>
          </a:prstGeom>
          <a:solidFill>
            <a:srgbClr val="E2E6ED">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pic>
        <p:nvPicPr>
          <p:cNvPr descr="upload_372508032" id="395" name="Google Shape;395;p35"/>
          <p:cNvPicPr preferRelativeResize="0"/>
          <p:nvPr/>
        </p:nvPicPr>
        <p:blipFill rotWithShape="1">
          <a:blip r:embed="rId3">
            <a:alphaModFix/>
          </a:blip>
          <a:srcRect b="0" l="0" r="0" t="0"/>
          <a:stretch/>
        </p:blipFill>
        <p:spPr>
          <a:xfrm>
            <a:off x="4249208" y="2587625"/>
            <a:ext cx="7937500" cy="4265083"/>
          </a:xfrm>
          <a:prstGeom prst="rect">
            <a:avLst/>
          </a:prstGeom>
          <a:noFill/>
          <a:ln>
            <a:noFill/>
          </a:ln>
        </p:spPr>
      </p:pic>
      <p:sp>
        <p:nvSpPr>
          <p:cNvPr id="396" name="Google Shape;396;p35"/>
          <p:cNvSpPr txBox="1"/>
          <p:nvPr/>
        </p:nvSpPr>
        <p:spPr>
          <a:xfrm>
            <a:off x="958926" y="485510"/>
            <a:ext cx="8060531" cy="7977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chemeClr val="dk1"/>
                </a:solidFill>
                <a:latin typeface="Calibri"/>
                <a:ea typeface="Calibri"/>
                <a:cs typeface="Calibri"/>
                <a:sym typeface="Calibri"/>
              </a:rPr>
              <a:t>Feature 4 Review Management</a:t>
            </a:r>
            <a:endParaRPr b="0" i="0" sz="4800" u="none" cap="none" strike="noStrike">
              <a:solidFill>
                <a:schemeClr val="dk1"/>
              </a:solidFill>
              <a:latin typeface="Calibri"/>
              <a:ea typeface="Calibri"/>
              <a:cs typeface="Calibri"/>
              <a:sym typeface="Calibri"/>
            </a:endParaRPr>
          </a:p>
        </p:txBody>
      </p:sp>
      <p:sp>
        <p:nvSpPr>
          <p:cNvPr id="397" name="Google Shape;397;p35"/>
          <p:cNvSpPr txBox="1"/>
          <p:nvPr/>
        </p:nvSpPr>
        <p:spPr>
          <a:xfrm>
            <a:off x="-6" y="1998970"/>
            <a:ext cx="5217600" cy="25920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1. Accept / Reject to the papers  </a:t>
            </a:r>
            <a:endParaRPr b="0" i="0" sz="28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2. Review the conference papers  </a:t>
            </a:r>
            <a:endParaRPr b="0" i="0" sz="28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3. Show all papers  </a:t>
            </a:r>
            <a:endParaRPr b="0" i="0" sz="28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4. Notification </a:t>
            </a:r>
            <a:endParaRPr b="0" i="0" sz="28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5. Logout</a:t>
            </a:r>
            <a:endParaRPr b="0" i="0" sz="1800" u="none" cap="none" strike="noStrike">
              <a:solidFill>
                <a:schemeClr val="dk1"/>
              </a:solidFill>
              <a:latin typeface="Calibri"/>
              <a:ea typeface="Calibri"/>
              <a:cs typeface="Calibri"/>
              <a:sym typeface="Calibri"/>
            </a:endParaRPr>
          </a:p>
        </p:txBody>
      </p:sp>
      <p:sp>
        <p:nvSpPr>
          <p:cNvPr id="398" name="Google Shape;398;p35"/>
          <p:cNvSpPr/>
          <p:nvPr/>
        </p:nvSpPr>
        <p:spPr>
          <a:xfrm>
            <a:off x="-6803" y="1306285"/>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cxnSp>
        <p:nvCxnSpPr>
          <p:cNvPr id="403" name="Google Shape;403;p36"/>
          <p:cNvCxnSpPr>
            <a:stCxn id="404" idx="3"/>
            <a:endCxn id="405" idx="1"/>
          </p:cNvCxnSpPr>
          <p:nvPr/>
        </p:nvCxnSpPr>
        <p:spPr>
          <a:xfrm>
            <a:off x="5440208" y="3041635"/>
            <a:ext cx="1731600" cy="0"/>
          </a:xfrm>
          <a:prstGeom prst="straightConnector1">
            <a:avLst/>
          </a:prstGeom>
          <a:noFill/>
          <a:ln cap="flat" cmpd="sng" w="25400">
            <a:solidFill>
              <a:srgbClr val="979797"/>
            </a:solidFill>
            <a:prstDash val="solid"/>
            <a:miter lim="800000"/>
            <a:headEnd len="sm" w="sm" type="none"/>
            <a:tailEnd len="med" w="med" type="stealth"/>
          </a:ln>
        </p:spPr>
      </p:cxnSp>
      <p:sp>
        <p:nvSpPr>
          <p:cNvPr id="406" name="Google Shape;406;p36"/>
          <p:cNvSpPr txBox="1"/>
          <p:nvPr/>
        </p:nvSpPr>
        <p:spPr>
          <a:xfrm>
            <a:off x="0" y="0"/>
            <a:ext cx="7315200"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Login as a Reviewer</a:t>
            </a:r>
            <a:endParaRPr b="0" i="0" sz="1800" u="none" cap="none" strike="noStrike">
              <a:solidFill>
                <a:schemeClr val="dk1"/>
              </a:solidFill>
              <a:latin typeface="Calibri"/>
              <a:ea typeface="Calibri"/>
              <a:cs typeface="Calibri"/>
              <a:sym typeface="Calibri"/>
            </a:endParaRPr>
          </a:p>
        </p:txBody>
      </p:sp>
      <p:sp>
        <p:nvSpPr>
          <p:cNvPr id="407" name="Google Shape;407;p36"/>
          <p:cNvSpPr/>
          <p:nvPr/>
        </p:nvSpPr>
        <p:spPr>
          <a:xfrm>
            <a:off x="6804" y="503464"/>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404" name="Google Shape;404;p36"/>
          <p:cNvPicPr preferRelativeResize="0"/>
          <p:nvPr/>
        </p:nvPicPr>
        <p:blipFill>
          <a:blip r:embed="rId3">
            <a:alphaModFix/>
          </a:blip>
          <a:stretch>
            <a:fillRect/>
          </a:stretch>
        </p:blipFill>
        <p:spPr>
          <a:xfrm>
            <a:off x="77633" y="1498585"/>
            <a:ext cx="5362575" cy="3086100"/>
          </a:xfrm>
          <a:prstGeom prst="rect">
            <a:avLst/>
          </a:prstGeom>
          <a:noFill/>
          <a:ln>
            <a:noFill/>
          </a:ln>
        </p:spPr>
      </p:pic>
      <p:sp>
        <p:nvSpPr>
          <p:cNvPr id="408" name="Google Shape;408;p36"/>
          <p:cNvSpPr/>
          <p:nvPr/>
        </p:nvSpPr>
        <p:spPr>
          <a:xfrm>
            <a:off x="279450" y="3110525"/>
            <a:ext cx="2888100" cy="228300"/>
          </a:xfrm>
          <a:prstGeom prst="roundRect">
            <a:avLst>
              <a:gd fmla="val 16667" name="adj"/>
            </a:avLst>
          </a:prstGeom>
          <a:solidFill>
            <a:srgbClr val="FFFFFF">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405" name="Google Shape;405;p36"/>
          <p:cNvPicPr preferRelativeResize="0"/>
          <p:nvPr/>
        </p:nvPicPr>
        <p:blipFill>
          <a:blip r:embed="rId4">
            <a:alphaModFix/>
          </a:blip>
          <a:stretch>
            <a:fillRect/>
          </a:stretch>
        </p:blipFill>
        <p:spPr>
          <a:xfrm>
            <a:off x="7171800" y="1436640"/>
            <a:ext cx="4848225" cy="3209975"/>
          </a:xfrm>
          <a:prstGeom prst="rect">
            <a:avLst/>
          </a:prstGeom>
          <a:noFill/>
          <a:ln>
            <a:noFill/>
          </a:ln>
        </p:spPr>
      </p:pic>
      <p:sp>
        <p:nvSpPr>
          <p:cNvPr id="409" name="Google Shape;409;p36"/>
          <p:cNvSpPr txBox="1"/>
          <p:nvPr/>
        </p:nvSpPr>
        <p:spPr>
          <a:xfrm>
            <a:off x="-94348" y="460375"/>
            <a:ext cx="5787000" cy="63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1. </a:t>
            </a:r>
            <a:r>
              <a:rPr lang="en-US" sz="2800">
                <a:solidFill>
                  <a:schemeClr val="dk1"/>
                </a:solidFill>
                <a:latin typeface="Calibri"/>
                <a:ea typeface="Calibri"/>
                <a:cs typeface="Calibri"/>
                <a:sym typeface="Calibri"/>
              </a:rPr>
              <a:t>Review the conference papers</a:t>
            </a:r>
            <a:endParaRPr b="0" i="0" sz="1800" u="none" cap="none" strike="noStrike">
              <a:solidFill>
                <a:schemeClr val="dk1"/>
              </a:solidFill>
              <a:latin typeface="Calibri"/>
              <a:ea typeface="Calibri"/>
              <a:cs typeface="Calibri"/>
              <a:sym typeface="Calibri"/>
            </a:endParaRPr>
          </a:p>
        </p:txBody>
      </p:sp>
      <p:sp>
        <p:nvSpPr>
          <p:cNvPr id="410" name="Google Shape;410;p36"/>
          <p:cNvSpPr txBox="1"/>
          <p:nvPr/>
        </p:nvSpPr>
        <p:spPr>
          <a:xfrm>
            <a:off x="77625" y="4741900"/>
            <a:ext cx="119424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 For evaluation purposes, the user has to login as a Reviewer.</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The Reviewer can choose to accept or reject the paper submitted by the author.</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The Reviewer can only evaluate those papers which the Chair has assigned them to.</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pic>
        <p:nvPicPr>
          <p:cNvPr id="416" name="Google Shape;416;gdccf71ce6e_0_17"/>
          <p:cNvPicPr preferRelativeResize="0"/>
          <p:nvPr/>
        </p:nvPicPr>
        <p:blipFill>
          <a:blip r:embed="rId3">
            <a:alphaModFix/>
          </a:blip>
          <a:stretch>
            <a:fillRect/>
          </a:stretch>
        </p:blipFill>
        <p:spPr>
          <a:xfrm>
            <a:off x="227050" y="1081563"/>
            <a:ext cx="5734050" cy="1903525"/>
          </a:xfrm>
          <a:prstGeom prst="rect">
            <a:avLst/>
          </a:prstGeom>
          <a:noFill/>
          <a:ln>
            <a:noFill/>
          </a:ln>
        </p:spPr>
      </p:pic>
      <p:pic>
        <p:nvPicPr>
          <p:cNvPr id="417" name="Google Shape;417;gdccf71ce6e_0_17"/>
          <p:cNvPicPr preferRelativeResize="0"/>
          <p:nvPr/>
        </p:nvPicPr>
        <p:blipFill>
          <a:blip r:embed="rId4">
            <a:alphaModFix/>
          </a:blip>
          <a:stretch>
            <a:fillRect/>
          </a:stretch>
        </p:blipFill>
        <p:spPr>
          <a:xfrm>
            <a:off x="6926425" y="995100"/>
            <a:ext cx="5076825" cy="2076450"/>
          </a:xfrm>
          <a:prstGeom prst="rect">
            <a:avLst/>
          </a:prstGeom>
          <a:noFill/>
          <a:ln>
            <a:noFill/>
          </a:ln>
        </p:spPr>
      </p:pic>
      <p:cxnSp>
        <p:nvCxnSpPr>
          <p:cNvPr id="418" name="Google Shape;418;gdccf71ce6e_0_17"/>
          <p:cNvCxnSpPr>
            <a:stCxn id="416" idx="3"/>
            <a:endCxn id="417" idx="1"/>
          </p:cNvCxnSpPr>
          <p:nvPr/>
        </p:nvCxnSpPr>
        <p:spPr>
          <a:xfrm>
            <a:off x="5961100" y="2033325"/>
            <a:ext cx="965400" cy="0"/>
          </a:xfrm>
          <a:prstGeom prst="straightConnector1">
            <a:avLst/>
          </a:prstGeom>
          <a:noFill/>
          <a:ln cap="flat" cmpd="sng" w="25400">
            <a:solidFill>
              <a:srgbClr val="979797"/>
            </a:solidFill>
            <a:prstDash val="solid"/>
            <a:miter lim="800000"/>
            <a:headEnd len="sm" w="sm" type="none"/>
            <a:tailEnd len="med" w="med" type="stealth"/>
          </a:ln>
        </p:spPr>
      </p:cxnSp>
      <p:sp>
        <p:nvSpPr>
          <p:cNvPr id="419" name="Google Shape;419;gdccf71ce6e_0_17"/>
          <p:cNvSpPr txBox="1"/>
          <p:nvPr/>
        </p:nvSpPr>
        <p:spPr>
          <a:xfrm>
            <a:off x="0" y="3521675"/>
            <a:ext cx="119397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 The Reviewer can download the papers and view them.</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They can mark them to submit their evaluation.</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Once they submit marking, a successful message will be displayed.</a:t>
            </a:r>
            <a:endParaRPr sz="1800">
              <a:solidFill>
                <a:schemeClr val="dk1"/>
              </a:solidFill>
              <a:latin typeface="Calibri"/>
              <a:ea typeface="Calibri"/>
              <a:cs typeface="Calibri"/>
              <a:sym typeface="Calibri"/>
            </a:endParaRPr>
          </a:p>
        </p:txBody>
      </p:sp>
      <p:sp>
        <p:nvSpPr>
          <p:cNvPr id="420" name="Google Shape;420;gdccf71ce6e_0_17"/>
          <p:cNvSpPr/>
          <p:nvPr/>
        </p:nvSpPr>
        <p:spPr>
          <a:xfrm>
            <a:off x="6804" y="503464"/>
            <a:ext cx="12192000" cy="136200"/>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1" name="Google Shape;421;gdccf71ce6e_0_17"/>
          <p:cNvSpPr txBox="1"/>
          <p:nvPr/>
        </p:nvSpPr>
        <p:spPr>
          <a:xfrm>
            <a:off x="-94348" y="503475"/>
            <a:ext cx="5787000" cy="63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1. </a:t>
            </a:r>
            <a:r>
              <a:rPr lang="en-US" sz="2800">
                <a:solidFill>
                  <a:schemeClr val="dk1"/>
                </a:solidFill>
                <a:latin typeface="Calibri"/>
                <a:ea typeface="Calibri"/>
                <a:cs typeface="Calibri"/>
                <a:sym typeface="Calibri"/>
              </a:rPr>
              <a:t>Review the conference papers</a:t>
            </a:r>
            <a:endParaRPr b="0" i="0" sz="1800" u="none" cap="none" strike="noStrike">
              <a:solidFill>
                <a:schemeClr val="dk1"/>
              </a:solidFill>
              <a:latin typeface="Calibri"/>
              <a:ea typeface="Calibri"/>
              <a:cs typeface="Calibri"/>
              <a:sym typeface="Calibri"/>
            </a:endParaRPr>
          </a:p>
        </p:txBody>
      </p:sp>
      <p:sp>
        <p:nvSpPr>
          <p:cNvPr id="422" name="Google Shape;422;gdccf71ce6e_0_17"/>
          <p:cNvSpPr txBox="1"/>
          <p:nvPr/>
        </p:nvSpPr>
        <p:spPr>
          <a:xfrm>
            <a:off x="0" y="0"/>
            <a:ext cx="7315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Login as a Reviewer</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cxnSp>
        <p:nvCxnSpPr>
          <p:cNvPr id="427" name="Google Shape;427;gdcdf7eb756_0_19"/>
          <p:cNvCxnSpPr>
            <a:stCxn id="428" idx="3"/>
            <a:endCxn id="429" idx="1"/>
          </p:cNvCxnSpPr>
          <p:nvPr/>
        </p:nvCxnSpPr>
        <p:spPr>
          <a:xfrm>
            <a:off x="5440200" y="3041625"/>
            <a:ext cx="1731600" cy="0"/>
          </a:xfrm>
          <a:prstGeom prst="straightConnector1">
            <a:avLst/>
          </a:prstGeom>
          <a:noFill/>
          <a:ln cap="flat" cmpd="sng" w="25400">
            <a:solidFill>
              <a:srgbClr val="979797"/>
            </a:solidFill>
            <a:prstDash val="solid"/>
            <a:miter lim="800000"/>
            <a:headEnd len="sm" w="sm" type="none"/>
            <a:tailEnd len="med" w="med" type="stealth"/>
          </a:ln>
        </p:spPr>
      </p:cxnSp>
      <p:sp>
        <p:nvSpPr>
          <p:cNvPr id="430" name="Google Shape;430;gdcdf7eb756_0_19"/>
          <p:cNvSpPr txBox="1"/>
          <p:nvPr/>
        </p:nvSpPr>
        <p:spPr>
          <a:xfrm>
            <a:off x="0" y="0"/>
            <a:ext cx="7315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Login as a Reviewer</a:t>
            </a:r>
            <a:endParaRPr b="0" i="0" sz="1800" u="none" cap="none" strike="noStrike">
              <a:solidFill>
                <a:schemeClr val="dk1"/>
              </a:solidFill>
              <a:latin typeface="Calibri"/>
              <a:ea typeface="Calibri"/>
              <a:cs typeface="Calibri"/>
              <a:sym typeface="Calibri"/>
            </a:endParaRPr>
          </a:p>
        </p:txBody>
      </p:sp>
      <p:sp>
        <p:nvSpPr>
          <p:cNvPr id="431" name="Google Shape;431;gdcdf7eb756_0_19"/>
          <p:cNvSpPr/>
          <p:nvPr/>
        </p:nvSpPr>
        <p:spPr>
          <a:xfrm>
            <a:off x="6804" y="503464"/>
            <a:ext cx="12192000" cy="136200"/>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428" name="Google Shape;428;gdcdf7eb756_0_19"/>
          <p:cNvPicPr preferRelativeResize="0"/>
          <p:nvPr/>
        </p:nvPicPr>
        <p:blipFill>
          <a:blip r:embed="rId3">
            <a:alphaModFix/>
          </a:blip>
          <a:stretch>
            <a:fillRect/>
          </a:stretch>
        </p:blipFill>
        <p:spPr>
          <a:xfrm>
            <a:off x="77625" y="1498575"/>
            <a:ext cx="5362575" cy="3086100"/>
          </a:xfrm>
          <a:prstGeom prst="rect">
            <a:avLst/>
          </a:prstGeom>
          <a:noFill/>
          <a:ln>
            <a:noFill/>
          </a:ln>
        </p:spPr>
      </p:pic>
      <p:sp>
        <p:nvSpPr>
          <p:cNvPr id="432" name="Google Shape;432;gdcdf7eb756_0_19"/>
          <p:cNvSpPr/>
          <p:nvPr/>
        </p:nvSpPr>
        <p:spPr>
          <a:xfrm>
            <a:off x="346425" y="3595525"/>
            <a:ext cx="2888100" cy="256800"/>
          </a:xfrm>
          <a:prstGeom prst="roundRect">
            <a:avLst>
              <a:gd fmla="val 16667" name="adj"/>
            </a:avLst>
          </a:prstGeom>
          <a:solidFill>
            <a:srgbClr val="FFFFFF">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3" name="Google Shape;433;gdcdf7eb756_0_19"/>
          <p:cNvSpPr txBox="1"/>
          <p:nvPr/>
        </p:nvSpPr>
        <p:spPr>
          <a:xfrm>
            <a:off x="-94348" y="460375"/>
            <a:ext cx="5787000" cy="63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Calibri"/>
                <a:ea typeface="Calibri"/>
                <a:cs typeface="Calibri"/>
                <a:sym typeface="Calibri"/>
              </a:rPr>
              <a:t>2</a:t>
            </a:r>
            <a:r>
              <a:rPr b="1" i="0" lang="en-US" sz="2800" u="none" cap="none" strike="noStrike">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Reviewer notification</a:t>
            </a:r>
            <a:endParaRPr b="0" i="0" sz="1800" u="none" cap="none" strike="noStrike">
              <a:solidFill>
                <a:schemeClr val="dk1"/>
              </a:solidFill>
              <a:latin typeface="Calibri"/>
              <a:ea typeface="Calibri"/>
              <a:cs typeface="Calibri"/>
              <a:sym typeface="Calibri"/>
            </a:endParaRPr>
          </a:p>
        </p:txBody>
      </p:sp>
      <p:sp>
        <p:nvSpPr>
          <p:cNvPr id="434" name="Google Shape;434;gdcdf7eb756_0_19"/>
          <p:cNvSpPr txBox="1"/>
          <p:nvPr/>
        </p:nvSpPr>
        <p:spPr>
          <a:xfrm>
            <a:off x="77625" y="4741900"/>
            <a:ext cx="119424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 For evaluation purposes, the user has to login as a Reviewer.</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The Reviewer can choose to accept or reject the paper submitted by the author.</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The Reviewer can only evaluate those papers which the Chair has assigned them to.</a:t>
            </a:r>
            <a:endParaRPr sz="1800">
              <a:solidFill>
                <a:schemeClr val="dk1"/>
              </a:solidFill>
              <a:latin typeface="Calibri"/>
              <a:ea typeface="Calibri"/>
              <a:cs typeface="Calibri"/>
              <a:sym typeface="Calibri"/>
            </a:endParaRPr>
          </a:p>
        </p:txBody>
      </p:sp>
      <p:pic>
        <p:nvPicPr>
          <p:cNvPr id="435" name="Google Shape;435;gdcdf7eb756_0_19"/>
          <p:cNvPicPr preferRelativeResize="0"/>
          <p:nvPr/>
        </p:nvPicPr>
        <p:blipFill>
          <a:blip r:embed="rId4">
            <a:alphaModFix/>
          </a:blip>
          <a:stretch>
            <a:fillRect/>
          </a:stretch>
        </p:blipFill>
        <p:spPr>
          <a:xfrm>
            <a:off x="7171800" y="2721825"/>
            <a:ext cx="4942725" cy="639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4"/>
          <p:cNvSpPr txBox="1"/>
          <p:nvPr/>
        </p:nvSpPr>
        <p:spPr>
          <a:xfrm>
            <a:off x="284814" y="298377"/>
            <a:ext cx="11596006" cy="117994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dk1"/>
                </a:solidFill>
                <a:latin typeface="Calibri"/>
                <a:ea typeface="Calibri"/>
                <a:cs typeface="Calibri"/>
                <a:sym typeface="Calibri"/>
              </a:rPr>
              <a:t>Feature 5 Administration</a:t>
            </a:r>
            <a:endParaRPr b="0" i="0" sz="4800" u="none" cap="none" strike="noStrike">
              <a:solidFill>
                <a:schemeClr val="dk1"/>
              </a:solidFill>
              <a:latin typeface="Calibri"/>
              <a:ea typeface="Calibri"/>
              <a:cs typeface="Calibri"/>
              <a:sym typeface="Calibri"/>
            </a:endParaRPr>
          </a:p>
        </p:txBody>
      </p:sp>
      <p:sp>
        <p:nvSpPr>
          <p:cNvPr id="441" name="Google Shape;441;p44"/>
          <p:cNvSpPr txBox="1"/>
          <p:nvPr/>
        </p:nvSpPr>
        <p:spPr>
          <a:xfrm>
            <a:off x="1340394" y="2250690"/>
            <a:ext cx="7493000" cy="2349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1. User List  </a:t>
            </a:r>
            <a:endParaRPr b="1"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2. Conference List </a:t>
            </a:r>
            <a:endParaRPr b="1"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3. Paper List  </a:t>
            </a:r>
            <a:endParaRPr b="1"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4. Logout</a:t>
            </a:r>
            <a:endParaRPr b="0" i="0" sz="1800" u="none" cap="none" strike="noStrike">
              <a:solidFill>
                <a:schemeClr val="dk1"/>
              </a:solidFill>
              <a:latin typeface="Calibri"/>
              <a:ea typeface="Calibri"/>
              <a:cs typeface="Calibri"/>
              <a:sym typeface="Calibri"/>
            </a:endParaRPr>
          </a:p>
        </p:txBody>
      </p:sp>
      <p:pic>
        <p:nvPicPr>
          <p:cNvPr descr="upload_968529141" id="442" name="Google Shape;442;p44"/>
          <p:cNvPicPr preferRelativeResize="0"/>
          <p:nvPr/>
        </p:nvPicPr>
        <p:blipFill rotWithShape="1">
          <a:blip r:embed="rId3">
            <a:alphaModFix/>
          </a:blip>
          <a:srcRect b="0" l="0" r="0" t="0"/>
          <a:stretch/>
        </p:blipFill>
        <p:spPr>
          <a:xfrm>
            <a:off x="5931958" y="2635250"/>
            <a:ext cx="6254750" cy="4159250"/>
          </a:xfrm>
          <a:prstGeom prst="rect">
            <a:avLst/>
          </a:prstGeom>
          <a:noFill/>
          <a:ln>
            <a:noFill/>
          </a:ln>
        </p:spPr>
      </p:pic>
      <p:sp>
        <p:nvSpPr>
          <p:cNvPr id="443" name="Google Shape;443;p44"/>
          <p:cNvSpPr/>
          <p:nvPr/>
        </p:nvSpPr>
        <p:spPr>
          <a:xfrm>
            <a:off x="6804" y="1251857"/>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pic>
        <p:nvPicPr>
          <p:cNvPr id="448" name="Google Shape;448;p45"/>
          <p:cNvPicPr preferRelativeResize="0"/>
          <p:nvPr/>
        </p:nvPicPr>
        <p:blipFill>
          <a:blip r:embed="rId3">
            <a:alphaModFix/>
          </a:blip>
          <a:stretch>
            <a:fillRect/>
          </a:stretch>
        </p:blipFill>
        <p:spPr>
          <a:xfrm>
            <a:off x="389134" y="1104899"/>
            <a:ext cx="5734050" cy="2857500"/>
          </a:xfrm>
          <a:prstGeom prst="rect">
            <a:avLst/>
          </a:prstGeom>
          <a:noFill/>
          <a:ln>
            <a:noFill/>
          </a:ln>
        </p:spPr>
      </p:pic>
      <p:sp>
        <p:nvSpPr>
          <p:cNvPr id="449" name="Google Shape;449;p45"/>
          <p:cNvSpPr txBox="1"/>
          <p:nvPr/>
        </p:nvSpPr>
        <p:spPr>
          <a:xfrm>
            <a:off x="12823" y="13069"/>
            <a:ext cx="3274684" cy="3382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1" lang="en-US" sz="2600">
                <a:solidFill>
                  <a:schemeClr val="dk1"/>
                </a:solidFill>
                <a:latin typeface="Calibri"/>
                <a:ea typeface="Calibri"/>
                <a:cs typeface="Calibri"/>
                <a:sym typeface="Calibri"/>
              </a:rPr>
              <a:t>Admin Login</a:t>
            </a:r>
            <a:endParaRPr b="0" i="0" sz="1800" u="none" cap="none" strike="noStrike">
              <a:solidFill>
                <a:schemeClr val="dk1"/>
              </a:solidFill>
              <a:latin typeface="Calibri"/>
              <a:ea typeface="Calibri"/>
              <a:cs typeface="Calibri"/>
              <a:sym typeface="Calibri"/>
            </a:endParaRPr>
          </a:p>
        </p:txBody>
      </p:sp>
      <p:sp>
        <p:nvSpPr>
          <p:cNvPr id="450" name="Google Shape;450;p45">
            <a:hlinkClick action="ppaction://hlinksldjump" r:id="rId4"/>
          </p:cNvPr>
          <p:cNvSpPr/>
          <p:nvPr/>
        </p:nvSpPr>
        <p:spPr>
          <a:xfrm>
            <a:off x="389125" y="2023200"/>
            <a:ext cx="1455000" cy="258600"/>
          </a:xfrm>
          <a:prstGeom prst="roundRect">
            <a:avLst>
              <a:gd fmla="val 16667" name="adj"/>
            </a:avLst>
          </a:prstGeom>
          <a:solidFill>
            <a:srgbClr val="FFFFFF">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1" name="Google Shape;451;p45"/>
          <p:cNvSpPr/>
          <p:nvPr/>
        </p:nvSpPr>
        <p:spPr>
          <a:xfrm>
            <a:off x="6804" y="530678"/>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452" name="Google Shape;452;p45"/>
          <p:cNvPicPr preferRelativeResize="0"/>
          <p:nvPr/>
        </p:nvPicPr>
        <p:blipFill>
          <a:blip r:embed="rId5">
            <a:alphaModFix/>
          </a:blip>
          <a:stretch>
            <a:fillRect/>
          </a:stretch>
        </p:blipFill>
        <p:spPr>
          <a:xfrm>
            <a:off x="6643675" y="957250"/>
            <a:ext cx="5481376" cy="3152775"/>
          </a:xfrm>
          <a:prstGeom prst="rect">
            <a:avLst/>
          </a:prstGeom>
          <a:noFill/>
          <a:ln>
            <a:noFill/>
          </a:ln>
        </p:spPr>
      </p:pic>
      <p:cxnSp>
        <p:nvCxnSpPr>
          <p:cNvPr id="453" name="Google Shape;453;p45"/>
          <p:cNvCxnSpPr>
            <a:stCxn id="448" idx="3"/>
            <a:endCxn id="452" idx="1"/>
          </p:cNvCxnSpPr>
          <p:nvPr/>
        </p:nvCxnSpPr>
        <p:spPr>
          <a:xfrm>
            <a:off x="6123184" y="2533649"/>
            <a:ext cx="520500" cy="0"/>
          </a:xfrm>
          <a:prstGeom prst="straightConnector1">
            <a:avLst/>
          </a:prstGeom>
          <a:noFill/>
          <a:ln cap="flat" cmpd="sng" w="25400">
            <a:solidFill>
              <a:srgbClr val="979797"/>
            </a:solidFill>
            <a:prstDash val="solid"/>
            <a:miter lim="800000"/>
            <a:headEnd len="sm" w="sm" type="none"/>
            <a:tailEnd len="med" w="med" type="stealth"/>
          </a:ln>
        </p:spPr>
      </p:cxnSp>
      <p:sp>
        <p:nvSpPr>
          <p:cNvPr id="454" name="Google Shape;454;p45"/>
          <p:cNvSpPr txBox="1"/>
          <p:nvPr/>
        </p:nvSpPr>
        <p:spPr>
          <a:xfrm>
            <a:off x="216225" y="4602900"/>
            <a:ext cx="108585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 For admin, they do not have to register, since they have a direct access.</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They can directly login to the system.</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Once they login, they can see the admin dashboard.</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pic>
        <p:nvPicPr>
          <p:cNvPr id="459" name="Google Shape;459;p46"/>
          <p:cNvPicPr preferRelativeResize="0"/>
          <p:nvPr/>
        </p:nvPicPr>
        <p:blipFill>
          <a:blip r:embed="rId3">
            <a:alphaModFix/>
          </a:blip>
          <a:stretch>
            <a:fillRect/>
          </a:stretch>
        </p:blipFill>
        <p:spPr>
          <a:xfrm>
            <a:off x="4453688" y="805550"/>
            <a:ext cx="3175775" cy="4217926"/>
          </a:xfrm>
          <a:prstGeom prst="rect">
            <a:avLst/>
          </a:prstGeom>
          <a:noFill/>
          <a:ln>
            <a:noFill/>
          </a:ln>
        </p:spPr>
      </p:pic>
      <p:sp>
        <p:nvSpPr>
          <p:cNvPr id="460" name="Google Shape;460;p46"/>
          <p:cNvSpPr txBox="1"/>
          <p:nvPr/>
        </p:nvSpPr>
        <p:spPr>
          <a:xfrm>
            <a:off x="43544" y="7513"/>
            <a:ext cx="1928812" cy="8915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dk1"/>
                </a:solidFill>
                <a:latin typeface="Calibri"/>
                <a:ea typeface="Calibri"/>
                <a:cs typeface="Calibri"/>
                <a:sym typeface="Calibri"/>
              </a:rPr>
              <a:t>1. User List</a:t>
            </a:r>
            <a:endParaRPr b="0" i="0" sz="1800" u="none" cap="none" strike="noStrike">
              <a:solidFill>
                <a:schemeClr val="dk1"/>
              </a:solidFill>
              <a:latin typeface="Calibri"/>
              <a:ea typeface="Calibri"/>
              <a:cs typeface="Calibri"/>
              <a:sym typeface="Calibri"/>
            </a:endParaRPr>
          </a:p>
        </p:txBody>
      </p:sp>
      <p:sp>
        <p:nvSpPr>
          <p:cNvPr id="461" name="Google Shape;461;p46"/>
          <p:cNvSpPr/>
          <p:nvPr/>
        </p:nvSpPr>
        <p:spPr>
          <a:xfrm>
            <a:off x="6804" y="517071"/>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462" name="Google Shape;462;p46"/>
          <p:cNvPicPr preferRelativeResize="0"/>
          <p:nvPr/>
        </p:nvPicPr>
        <p:blipFill>
          <a:blip r:embed="rId4">
            <a:alphaModFix/>
          </a:blip>
          <a:stretch>
            <a:fillRect/>
          </a:stretch>
        </p:blipFill>
        <p:spPr>
          <a:xfrm>
            <a:off x="7974486" y="805542"/>
            <a:ext cx="4065114" cy="4217938"/>
          </a:xfrm>
          <a:prstGeom prst="rect">
            <a:avLst/>
          </a:prstGeom>
          <a:noFill/>
          <a:ln>
            <a:noFill/>
          </a:ln>
        </p:spPr>
      </p:pic>
      <p:pic>
        <p:nvPicPr>
          <p:cNvPr id="463" name="Google Shape;463;p46"/>
          <p:cNvPicPr preferRelativeResize="0"/>
          <p:nvPr/>
        </p:nvPicPr>
        <p:blipFill>
          <a:blip r:embed="rId5">
            <a:alphaModFix/>
          </a:blip>
          <a:stretch>
            <a:fillRect/>
          </a:stretch>
        </p:blipFill>
        <p:spPr>
          <a:xfrm>
            <a:off x="122525" y="1074575"/>
            <a:ext cx="3604574" cy="3152775"/>
          </a:xfrm>
          <a:prstGeom prst="rect">
            <a:avLst/>
          </a:prstGeom>
          <a:noFill/>
          <a:ln>
            <a:noFill/>
          </a:ln>
        </p:spPr>
      </p:pic>
      <p:sp>
        <p:nvSpPr>
          <p:cNvPr id="464" name="Google Shape;464;p46">
            <a:hlinkClick action="ppaction://hlinksldjump" r:id="rId6"/>
          </p:cNvPr>
          <p:cNvSpPr/>
          <p:nvPr/>
        </p:nvSpPr>
        <p:spPr>
          <a:xfrm>
            <a:off x="122525" y="2654900"/>
            <a:ext cx="1455000" cy="258600"/>
          </a:xfrm>
          <a:prstGeom prst="roundRect">
            <a:avLst>
              <a:gd fmla="val 16667" name="adj"/>
            </a:avLst>
          </a:prstGeom>
          <a:solidFill>
            <a:srgbClr val="FFFFFF">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cxnSp>
        <p:nvCxnSpPr>
          <p:cNvPr id="465" name="Google Shape;465;p46"/>
          <p:cNvCxnSpPr/>
          <p:nvPr/>
        </p:nvCxnSpPr>
        <p:spPr>
          <a:xfrm>
            <a:off x="3727100" y="2457300"/>
            <a:ext cx="726300" cy="22200"/>
          </a:xfrm>
          <a:prstGeom prst="straightConnector1">
            <a:avLst/>
          </a:prstGeom>
          <a:noFill/>
          <a:ln cap="flat" cmpd="sng" w="25400">
            <a:solidFill>
              <a:srgbClr val="979797"/>
            </a:solidFill>
            <a:prstDash val="solid"/>
            <a:miter lim="800000"/>
            <a:headEnd len="sm" w="sm" type="none"/>
            <a:tailEnd len="med" w="med" type="stealth"/>
          </a:ln>
        </p:spPr>
      </p:cxnSp>
      <p:cxnSp>
        <p:nvCxnSpPr>
          <p:cNvPr id="466" name="Google Shape;466;p46"/>
          <p:cNvCxnSpPr>
            <a:stCxn id="459" idx="3"/>
            <a:endCxn id="462" idx="1"/>
          </p:cNvCxnSpPr>
          <p:nvPr/>
        </p:nvCxnSpPr>
        <p:spPr>
          <a:xfrm>
            <a:off x="7629462" y="2914513"/>
            <a:ext cx="345000" cy="0"/>
          </a:xfrm>
          <a:prstGeom prst="straightConnector1">
            <a:avLst/>
          </a:prstGeom>
          <a:noFill/>
          <a:ln cap="flat" cmpd="sng" w="25400">
            <a:solidFill>
              <a:srgbClr val="979797"/>
            </a:solidFill>
            <a:prstDash val="solid"/>
            <a:miter lim="800000"/>
            <a:headEnd len="sm" w="sm" type="none"/>
            <a:tailEnd len="med" w="med" type="stealth"/>
          </a:ln>
        </p:spPr>
      </p:cxnSp>
      <p:sp>
        <p:nvSpPr>
          <p:cNvPr id="467" name="Google Shape;467;p46"/>
          <p:cNvSpPr txBox="1"/>
          <p:nvPr/>
        </p:nvSpPr>
        <p:spPr>
          <a:xfrm>
            <a:off x="122525" y="5243200"/>
            <a:ext cx="120762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 Admin can view all the users present in the database.</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Admin can select the user list option from the menu.</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User list will show all the user’s present in the database.</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Further, the admin can view all the registration details of the users.</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pic>
        <p:nvPicPr>
          <p:cNvPr id="472" name="Google Shape;472;p47"/>
          <p:cNvPicPr preferRelativeResize="0"/>
          <p:nvPr/>
        </p:nvPicPr>
        <p:blipFill>
          <a:blip r:embed="rId3">
            <a:alphaModFix/>
          </a:blip>
          <a:stretch>
            <a:fillRect/>
          </a:stretch>
        </p:blipFill>
        <p:spPr>
          <a:xfrm>
            <a:off x="205100" y="1310225"/>
            <a:ext cx="3111776" cy="2971800"/>
          </a:xfrm>
          <a:prstGeom prst="rect">
            <a:avLst/>
          </a:prstGeom>
          <a:noFill/>
          <a:ln>
            <a:noFill/>
          </a:ln>
        </p:spPr>
      </p:pic>
      <p:sp>
        <p:nvSpPr>
          <p:cNvPr id="473" name="Google Shape;473;p47"/>
          <p:cNvSpPr txBox="1"/>
          <p:nvPr/>
        </p:nvSpPr>
        <p:spPr>
          <a:xfrm>
            <a:off x="13563" y="0"/>
            <a:ext cx="3946711" cy="12884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dk1"/>
                </a:solidFill>
                <a:latin typeface="Calibri"/>
                <a:ea typeface="Calibri"/>
                <a:cs typeface="Calibri"/>
                <a:sym typeface="Calibri"/>
              </a:rPr>
              <a:t>2. Conference List</a:t>
            </a:r>
            <a:endParaRPr b="0" i="0" sz="1800" u="none" cap="none" strike="noStrike">
              <a:solidFill>
                <a:schemeClr val="dk1"/>
              </a:solidFill>
              <a:latin typeface="Calibri"/>
              <a:ea typeface="Calibri"/>
              <a:cs typeface="Calibri"/>
              <a:sym typeface="Calibri"/>
            </a:endParaRPr>
          </a:p>
        </p:txBody>
      </p:sp>
      <p:sp>
        <p:nvSpPr>
          <p:cNvPr id="474" name="Google Shape;474;p47">
            <a:hlinkClick action="ppaction://hlinksldjump" r:id="rId4"/>
          </p:cNvPr>
          <p:cNvSpPr/>
          <p:nvPr/>
        </p:nvSpPr>
        <p:spPr>
          <a:xfrm>
            <a:off x="205100" y="3110750"/>
            <a:ext cx="2031000" cy="258600"/>
          </a:xfrm>
          <a:prstGeom prst="roundRect">
            <a:avLst>
              <a:gd fmla="val 16667" name="adj"/>
            </a:avLst>
          </a:prstGeom>
          <a:solidFill>
            <a:srgbClr val="FFFFFF">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5" name="Google Shape;475;p47"/>
          <p:cNvSpPr/>
          <p:nvPr/>
        </p:nvSpPr>
        <p:spPr>
          <a:xfrm>
            <a:off x="6804" y="517071"/>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476" name="Google Shape;476;p47"/>
          <p:cNvPicPr preferRelativeResize="0"/>
          <p:nvPr/>
        </p:nvPicPr>
        <p:blipFill>
          <a:blip r:embed="rId5">
            <a:alphaModFix/>
          </a:blip>
          <a:stretch>
            <a:fillRect/>
          </a:stretch>
        </p:blipFill>
        <p:spPr>
          <a:xfrm>
            <a:off x="3960275" y="1110200"/>
            <a:ext cx="3612949" cy="3371850"/>
          </a:xfrm>
          <a:prstGeom prst="rect">
            <a:avLst/>
          </a:prstGeom>
          <a:noFill/>
          <a:ln>
            <a:noFill/>
          </a:ln>
        </p:spPr>
      </p:pic>
      <p:pic>
        <p:nvPicPr>
          <p:cNvPr id="477" name="Google Shape;477;p47"/>
          <p:cNvPicPr preferRelativeResize="0"/>
          <p:nvPr/>
        </p:nvPicPr>
        <p:blipFill>
          <a:blip r:embed="rId6">
            <a:alphaModFix/>
          </a:blip>
          <a:stretch>
            <a:fillRect/>
          </a:stretch>
        </p:blipFill>
        <p:spPr>
          <a:xfrm>
            <a:off x="8244025" y="1236550"/>
            <a:ext cx="3876800" cy="3371850"/>
          </a:xfrm>
          <a:prstGeom prst="rect">
            <a:avLst/>
          </a:prstGeom>
          <a:noFill/>
          <a:ln>
            <a:noFill/>
          </a:ln>
        </p:spPr>
      </p:pic>
      <p:sp>
        <p:nvSpPr>
          <p:cNvPr id="478" name="Google Shape;478;p47">
            <a:hlinkClick action="ppaction://hlinksldjump" r:id="rId7"/>
          </p:cNvPr>
          <p:cNvSpPr/>
          <p:nvPr/>
        </p:nvSpPr>
        <p:spPr>
          <a:xfrm>
            <a:off x="4027150" y="2796125"/>
            <a:ext cx="2681400" cy="431400"/>
          </a:xfrm>
          <a:prstGeom prst="roundRect">
            <a:avLst>
              <a:gd fmla="val 16667" name="adj"/>
            </a:avLst>
          </a:prstGeom>
          <a:solidFill>
            <a:srgbClr val="FFFFFF">
              <a:alpha val="0"/>
            </a:srgbClr>
          </a:solidFill>
          <a:ln cap="flat" cmpd="sng" w="508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9" name="Google Shape;479;p47"/>
          <p:cNvSpPr txBox="1"/>
          <p:nvPr/>
        </p:nvSpPr>
        <p:spPr>
          <a:xfrm>
            <a:off x="94775" y="4777600"/>
            <a:ext cx="11765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 Admin can view all the conferences present in the database.</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Admin can select the Conference list option from the menu.</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Conference list will show all the conferences hosted by the Chair present in the database.</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 Further, the admin can view all the conference details.</a:t>
            </a:r>
            <a:endParaRPr sz="1800">
              <a:solidFill>
                <a:schemeClr val="dk1"/>
              </a:solidFill>
              <a:latin typeface="Calibri"/>
              <a:ea typeface="Calibri"/>
              <a:cs typeface="Calibri"/>
              <a:sym typeface="Calibri"/>
            </a:endParaRPr>
          </a:p>
        </p:txBody>
      </p:sp>
      <p:cxnSp>
        <p:nvCxnSpPr>
          <p:cNvPr id="480" name="Google Shape;480;p47"/>
          <p:cNvCxnSpPr>
            <a:stCxn id="472" idx="3"/>
            <a:endCxn id="476" idx="1"/>
          </p:cNvCxnSpPr>
          <p:nvPr/>
        </p:nvCxnSpPr>
        <p:spPr>
          <a:xfrm>
            <a:off x="3316876" y="2796125"/>
            <a:ext cx="643500" cy="0"/>
          </a:xfrm>
          <a:prstGeom prst="straightConnector1">
            <a:avLst/>
          </a:prstGeom>
          <a:noFill/>
          <a:ln cap="flat" cmpd="sng" w="25400">
            <a:solidFill>
              <a:srgbClr val="979797"/>
            </a:solidFill>
            <a:prstDash val="solid"/>
            <a:miter lim="800000"/>
            <a:headEnd len="sm" w="sm" type="none"/>
            <a:tailEnd len="med" w="med" type="stealth"/>
          </a:ln>
        </p:spPr>
      </p:cxnSp>
      <p:cxnSp>
        <p:nvCxnSpPr>
          <p:cNvPr id="481" name="Google Shape;481;p47"/>
          <p:cNvCxnSpPr/>
          <p:nvPr/>
        </p:nvCxnSpPr>
        <p:spPr>
          <a:xfrm>
            <a:off x="7573226" y="2922475"/>
            <a:ext cx="670800" cy="0"/>
          </a:xfrm>
          <a:prstGeom prst="straightConnector1">
            <a:avLst/>
          </a:prstGeom>
          <a:noFill/>
          <a:ln cap="flat" cmpd="sng" w="25400">
            <a:solidFill>
              <a:srgbClr val="979797"/>
            </a:solidFill>
            <a:prstDash val="solid"/>
            <a:miter lim="800000"/>
            <a:headEnd len="sm" w="sm"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8"/>
          <p:cNvSpPr txBox="1"/>
          <p:nvPr/>
        </p:nvSpPr>
        <p:spPr>
          <a:xfrm>
            <a:off x="4171100" y="3075000"/>
            <a:ext cx="38634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t/>
            </a:r>
            <a:endParaRPr b="0" i="0" sz="4000" u="none" cap="none" strike="noStrike">
              <a:solidFill>
                <a:schemeClr val="dk1"/>
              </a:solidFill>
              <a:latin typeface="Calibri"/>
              <a:ea typeface="Calibri"/>
              <a:cs typeface="Calibri"/>
              <a:sym typeface="Calibri"/>
            </a:endParaRPr>
          </a:p>
        </p:txBody>
      </p:sp>
      <p:sp>
        <p:nvSpPr>
          <p:cNvPr id="487" name="Google Shape;487;p48"/>
          <p:cNvSpPr/>
          <p:nvPr/>
        </p:nvSpPr>
        <p:spPr>
          <a:xfrm>
            <a:off x="6804" y="517071"/>
            <a:ext cx="12192000" cy="136071"/>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8" name="Google Shape;488;p48"/>
          <p:cNvSpPr txBox="1"/>
          <p:nvPr/>
        </p:nvSpPr>
        <p:spPr>
          <a:xfrm>
            <a:off x="0" y="0"/>
            <a:ext cx="7485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chemeClr val="dk1"/>
                </a:solidFill>
                <a:latin typeface="Calibri"/>
                <a:ea typeface="Calibri"/>
                <a:cs typeface="Calibri"/>
                <a:sym typeface="Calibri"/>
              </a:rPr>
              <a:t>Challenges faced during the development of CMS</a:t>
            </a:r>
            <a:endParaRPr sz="1800">
              <a:solidFill>
                <a:schemeClr val="dk1"/>
              </a:solidFill>
              <a:latin typeface="Calibri"/>
              <a:ea typeface="Calibri"/>
              <a:cs typeface="Calibri"/>
              <a:sym typeface="Calibri"/>
            </a:endParaRPr>
          </a:p>
        </p:txBody>
      </p:sp>
      <p:sp>
        <p:nvSpPr>
          <p:cNvPr id="489" name="Google Shape;489;p48"/>
          <p:cNvSpPr txBox="1"/>
          <p:nvPr/>
        </p:nvSpPr>
        <p:spPr>
          <a:xfrm>
            <a:off x="6800" y="1595075"/>
            <a:ext cx="11142900" cy="3909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200">
                <a:solidFill>
                  <a:schemeClr val="dk1"/>
                </a:solidFill>
                <a:latin typeface="Calibri"/>
                <a:ea typeface="Calibri"/>
                <a:cs typeface="Calibri"/>
                <a:sym typeface="Calibri"/>
              </a:rPr>
              <a:t>- Integration was one of the issues that we faced during the </a:t>
            </a:r>
            <a:r>
              <a:rPr lang="en-US" sz="2200">
                <a:solidFill>
                  <a:schemeClr val="dk1"/>
                </a:solidFill>
                <a:latin typeface="Calibri"/>
                <a:ea typeface="Calibri"/>
                <a:cs typeface="Calibri"/>
                <a:sym typeface="Calibri"/>
              </a:rPr>
              <a:t>life cycle</a:t>
            </a:r>
            <a:r>
              <a:rPr lang="en-US" sz="2200">
                <a:solidFill>
                  <a:schemeClr val="dk1"/>
                </a:solidFill>
                <a:latin typeface="Calibri"/>
                <a:ea typeface="Calibri"/>
                <a:cs typeface="Calibri"/>
                <a:sym typeface="Calibri"/>
              </a:rPr>
              <a:t>. Since different team members were developing </a:t>
            </a:r>
            <a:r>
              <a:rPr lang="en-US" sz="2200">
                <a:solidFill>
                  <a:schemeClr val="dk1"/>
                </a:solidFill>
                <a:latin typeface="Calibri"/>
                <a:ea typeface="Calibri"/>
                <a:cs typeface="Calibri"/>
                <a:sym typeface="Calibri"/>
              </a:rPr>
              <a:t>different</a:t>
            </a:r>
            <a:r>
              <a:rPr lang="en-US" sz="2200">
                <a:solidFill>
                  <a:schemeClr val="dk1"/>
                </a:solidFill>
                <a:latin typeface="Calibri"/>
                <a:ea typeface="Calibri"/>
                <a:cs typeface="Calibri"/>
                <a:sym typeface="Calibri"/>
              </a:rPr>
              <a:t> functionalities, it was difficult to integrate all of them together. </a:t>
            </a:r>
            <a:endParaRPr sz="2200">
              <a:solidFill>
                <a:schemeClr val="dk1"/>
              </a:solidFill>
              <a:latin typeface="Calibri"/>
              <a:ea typeface="Calibri"/>
              <a:cs typeface="Calibri"/>
              <a:sym typeface="Calibri"/>
            </a:endParaRPr>
          </a:p>
          <a:p>
            <a:pPr indent="0" lvl="0" marL="0" rtl="0" algn="just">
              <a:spcBef>
                <a:spcPts val="0"/>
              </a:spcBef>
              <a:spcAft>
                <a:spcPts val="0"/>
              </a:spcAft>
              <a:buNone/>
            </a:pPr>
            <a:r>
              <a:t/>
            </a:r>
            <a:endParaRPr sz="2200">
              <a:solidFill>
                <a:schemeClr val="dk1"/>
              </a:solidFill>
              <a:latin typeface="Calibri"/>
              <a:ea typeface="Calibri"/>
              <a:cs typeface="Calibri"/>
              <a:sym typeface="Calibri"/>
            </a:endParaRPr>
          </a:p>
          <a:p>
            <a:pPr indent="0" lvl="0" marL="0" rtl="0" algn="just">
              <a:spcBef>
                <a:spcPts val="0"/>
              </a:spcBef>
              <a:spcAft>
                <a:spcPts val="0"/>
              </a:spcAft>
              <a:buNone/>
            </a:pPr>
            <a:r>
              <a:rPr lang="en-US" sz="2200">
                <a:solidFill>
                  <a:schemeClr val="dk1"/>
                </a:solidFill>
                <a:latin typeface="Calibri"/>
                <a:ea typeface="Calibri"/>
                <a:cs typeface="Calibri"/>
                <a:sym typeface="Calibri"/>
              </a:rPr>
              <a:t>- Inconsistency while </a:t>
            </a:r>
            <a:r>
              <a:rPr lang="en-US" sz="2200">
                <a:solidFill>
                  <a:schemeClr val="dk1"/>
                </a:solidFill>
                <a:latin typeface="Calibri"/>
                <a:ea typeface="Calibri"/>
                <a:cs typeface="Calibri"/>
                <a:sym typeface="Calibri"/>
              </a:rPr>
              <a:t>running</a:t>
            </a:r>
            <a:r>
              <a:rPr lang="en-US" sz="2200">
                <a:solidFill>
                  <a:schemeClr val="dk1"/>
                </a:solidFill>
                <a:latin typeface="Calibri"/>
                <a:ea typeface="Calibri"/>
                <a:cs typeface="Calibri"/>
                <a:sym typeface="Calibri"/>
              </a:rPr>
              <a:t> the project in different environments was one more challenge that we faced as a team. Since different team members were developing code on different Operating systems, while downloading the repo from </a:t>
            </a:r>
            <a:r>
              <a:rPr lang="en-US" sz="2200">
                <a:solidFill>
                  <a:schemeClr val="dk1"/>
                </a:solidFill>
                <a:latin typeface="Calibri"/>
                <a:ea typeface="Calibri"/>
                <a:cs typeface="Calibri"/>
                <a:sym typeface="Calibri"/>
              </a:rPr>
              <a:t>the git repository, there was issue running the code.</a:t>
            </a:r>
            <a:endParaRPr sz="2200">
              <a:solidFill>
                <a:schemeClr val="dk1"/>
              </a:solidFill>
              <a:latin typeface="Calibri"/>
              <a:ea typeface="Calibri"/>
              <a:cs typeface="Calibri"/>
              <a:sym typeface="Calibri"/>
            </a:endParaRPr>
          </a:p>
          <a:p>
            <a:pPr indent="0" lvl="0" marL="0" rtl="0" algn="just">
              <a:spcBef>
                <a:spcPts val="0"/>
              </a:spcBef>
              <a:spcAft>
                <a:spcPts val="0"/>
              </a:spcAft>
              <a:buNone/>
            </a:pPr>
            <a:r>
              <a:t/>
            </a:r>
            <a:endParaRPr sz="2200">
              <a:solidFill>
                <a:schemeClr val="dk1"/>
              </a:solidFill>
              <a:latin typeface="Calibri"/>
              <a:ea typeface="Calibri"/>
              <a:cs typeface="Calibri"/>
              <a:sym typeface="Calibri"/>
            </a:endParaRPr>
          </a:p>
          <a:p>
            <a:pPr indent="0" lvl="0" marL="0" rtl="0" algn="just">
              <a:spcBef>
                <a:spcPts val="0"/>
              </a:spcBef>
              <a:spcAft>
                <a:spcPts val="0"/>
              </a:spcAft>
              <a:buNone/>
            </a:pPr>
            <a:r>
              <a:rPr lang="en-US" sz="2200">
                <a:solidFill>
                  <a:schemeClr val="dk1"/>
                </a:solidFill>
                <a:latin typeface="Calibri"/>
                <a:ea typeface="Calibri"/>
                <a:cs typeface="Calibri"/>
                <a:sym typeface="Calibri"/>
              </a:rPr>
              <a:t>- Synchronization amongst the team members was the last type of challenge we faced. Since team members are present in different </a:t>
            </a:r>
            <a:r>
              <a:rPr lang="en-US" sz="2200">
                <a:solidFill>
                  <a:schemeClr val="dk1"/>
                </a:solidFill>
                <a:latin typeface="Calibri"/>
                <a:ea typeface="Calibri"/>
                <a:cs typeface="Calibri"/>
                <a:sym typeface="Calibri"/>
              </a:rPr>
              <a:t>geographic</a:t>
            </a:r>
            <a:r>
              <a:rPr lang="en-US" sz="2200">
                <a:solidFill>
                  <a:schemeClr val="dk1"/>
                </a:solidFill>
                <a:latin typeface="Calibri"/>
                <a:ea typeface="Calibri"/>
                <a:cs typeface="Calibri"/>
                <a:sym typeface="Calibri"/>
              </a:rPr>
              <a:t> locations, sometimes if was difficult to coordinate amongst the team members to know how much the parts of the sprints were done. </a:t>
            </a:r>
            <a:endParaRPr sz="22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gdccdb6c998_0_134"/>
          <p:cNvSpPr txBox="1"/>
          <p:nvPr/>
        </p:nvSpPr>
        <p:spPr>
          <a:xfrm>
            <a:off x="4171100" y="3075000"/>
            <a:ext cx="38634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t/>
            </a:r>
            <a:endParaRPr b="0" i="0" sz="4000" u="none" cap="none" strike="noStrike">
              <a:solidFill>
                <a:schemeClr val="dk1"/>
              </a:solidFill>
              <a:latin typeface="Calibri"/>
              <a:ea typeface="Calibri"/>
              <a:cs typeface="Calibri"/>
              <a:sym typeface="Calibri"/>
            </a:endParaRPr>
          </a:p>
        </p:txBody>
      </p:sp>
      <p:sp>
        <p:nvSpPr>
          <p:cNvPr id="495" name="Google Shape;495;gdccdb6c998_0_134"/>
          <p:cNvSpPr/>
          <p:nvPr/>
        </p:nvSpPr>
        <p:spPr>
          <a:xfrm>
            <a:off x="6804" y="517071"/>
            <a:ext cx="12192000" cy="136200"/>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6" name="Google Shape;496;gdccdb6c998_0_134"/>
          <p:cNvSpPr txBox="1"/>
          <p:nvPr/>
        </p:nvSpPr>
        <p:spPr>
          <a:xfrm>
            <a:off x="0" y="0"/>
            <a:ext cx="7485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chemeClr val="dk1"/>
                </a:solidFill>
                <a:latin typeface="Calibri"/>
                <a:ea typeface="Calibri"/>
                <a:cs typeface="Calibri"/>
                <a:sym typeface="Calibri"/>
              </a:rPr>
              <a:t>Extra feature </a:t>
            </a:r>
            <a:r>
              <a:rPr b="1" lang="en-US" sz="2600">
                <a:solidFill>
                  <a:schemeClr val="dk1"/>
                </a:solidFill>
                <a:latin typeface="Calibri"/>
                <a:ea typeface="Calibri"/>
                <a:cs typeface="Calibri"/>
                <a:sym typeface="Calibri"/>
              </a:rPr>
              <a:t>recommendations</a:t>
            </a:r>
            <a:r>
              <a:rPr b="1" lang="en-US" sz="2600">
                <a:solidFill>
                  <a:schemeClr val="dk1"/>
                </a:solidFill>
                <a:latin typeface="Calibri"/>
                <a:ea typeface="Calibri"/>
                <a:cs typeface="Calibri"/>
                <a:sym typeface="Calibri"/>
              </a:rPr>
              <a:t> for the</a:t>
            </a:r>
            <a:r>
              <a:rPr b="1" lang="en-US" sz="2600">
                <a:solidFill>
                  <a:schemeClr val="dk1"/>
                </a:solidFill>
                <a:latin typeface="Calibri"/>
                <a:ea typeface="Calibri"/>
                <a:cs typeface="Calibri"/>
                <a:sym typeface="Calibri"/>
              </a:rPr>
              <a:t> CMS</a:t>
            </a:r>
            <a:endParaRPr sz="1800">
              <a:solidFill>
                <a:schemeClr val="dk1"/>
              </a:solidFill>
              <a:latin typeface="Calibri"/>
              <a:ea typeface="Calibri"/>
              <a:cs typeface="Calibri"/>
              <a:sym typeface="Calibri"/>
            </a:endParaRPr>
          </a:p>
        </p:txBody>
      </p:sp>
      <p:sp>
        <p:nvSpPr>
          <p:cNvPr id="497" name="Google Shape;497;gdccdb6c998_0_134"/>
          <p:cNvSpPr txBox="1"/>
          <p:nvPr/>
        </p:nvSpPr>
        <p:spPr>
          <a:xfrm>
            <a:off x="6800" y="2151450"/>
            <a:ext cx="11142900" cy="3232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200">
                <a:solidFill>
                  <a:schemeClr val="dk1"/>
                </a:solidFill>
                <a:latin typeface="Calibri"/>
                <a:ea typeface="Calibri"/>
                <a:cs typeface="Calibri"/>
                <a:sym typeface="Calibri"/>
              </a:rPr>
              <a:t>- In order for the system to be more robust, we would recommend the client to increase the security features for the CMS. Since the systems are susceptible to cyber attacks in today’s world, encryption, Single-Sign On authentication and many more strategies can be used in order to avoid cyber attacks.</a:t>
            </a:r>
            <a:endParaRPr sz="2200">
              <a:solidFill>
                <a:schemeClr val="dk1"/>
              </a:solidFill>
              <a:latin typeface="Calibri"/>
              <a:ea typeface="Calibri"/>
              <a:cs typeface="Calibri"/>
              <a:sym typeface="Calibri"/>
            </a:endParaRPr>
          </a:p>
          <a:p>
            <a:pPr indent="0" lvl="0" marL="0" rtl="0" algn="just">
              <a:spcBef>
                <a:spcPts val="0"/>
              </a:spcBef>
              <a:spcAft>
                <a:spcPts val="0"/>
              </a:spcAft>
              <a:buNone/>
            </a:pPr>
            <a:r>
              <a:t/>
            </a:r>
            <a:endParaRPr sz="2200">
              <a:solidFill>
                <a:schemeClr val="dk1"/>
              </a:solidFill>
              <a:latin typeface="Calibri"/>
              <a:ea typeface="Calibri"/>
              <a:cs typeface="Calibri"/>
              <a:sym typeface="Calibri"/>
            </a:endParaRPr>
          </a:p>
          <a:p>
            <a:pPr indent="0" lvl="0" marL="0" rtl="0" algn="just">
              <a:spcBef>
                <a:spcPts val="0"/>
              </a:spcBef>
              <a:spcAft>
                <a:spcPts val="0"/>
              </a:spcAft>
              <a:buNone/>
            </a:pPr>
            <a:r>
              <a:t/>
            </a:r>
            <a:endParaRPr sz="2200">
              <a:solidFill>
                <a:schemeClr val="dk1"/>
              </a:solidFill>
              <a:latin typeface="Calibri"/>
              <a:ea typeface="Calibri"/>
              <a:cs typeface="Calibri"/>
              <a:sym typeface="Calibri"/>
            </a:endParaRPr>
          </a:p>
          <a:p>
            <a:pPr indent="0" lvl="0" marL="0" rtl="0" algn="just">
              <a:spcBef>
                <a:spcPts val="0"/>
              </a:spcBef>
              <a:spcAft>
                <a:spcPts val="0"/>
              </a:spcAft>
              <a:buNone/>
            </a:pPr>
            <a:r>
              <a:t/>
            </a:r>
            <a:endParaRPr sz="2200">
              <a:solidFill>
                <a:schemeClr val="dk1"/>
              </a:solidFill>
              <a:latin typeface="Calibri"/>
              <a:ea typeface="Calibri"/>
              <a:cs typeface="Calibri"/>
              <a:sym typeface="Calibri"/>
            </a:endParaRPr>
          </a:p>
          <a:p>
            <a:pPr indent="0" lvl="0" marL="0" rtl="0" algn="just">
              <a:spcBef>
                <a:spcPts val="0"/>
              </a:spcBef>
              <a:spcAft>
                <a:spcPts val="0"/>
              </a:spcAft>
              <a:buNone/>
            </a:pPr>
            <a:r>
              <a:rPr lang="en-US" sz="2200">
                <a:solidFill>
                  <a:schemeClr val="dk1"/>
                </a:solidFill>
                <a:latin typeface="Calibri"/>
                <a:ea typeface="Calibri"/>
                <a:cs typeface="Calibri"/>
                <a:sym typeface="Calibri"/>
              </a:rPr>
              <a:t>- User should be provided with multi access options like Gmail, Facebook for login/register.</a:t>
            </a:r>
            <a:endParaRPr sz="2200">
              <a:solidFill>
                <a:schemeClr val="dk1"/>
              </a:solidFill>
              <a:latin typeface="Calibri"/>
              <a:ea typeface="Calibri"/>
              <a:cs typeface="Calibri"/>
              <a:sym typeface="Calibri"/>
            </a:endParaRPr>
          </a:p>
          <a:p>
            <a:pPr indent="0" lvl="0" marL="0" rtl="0" algn="just">
              <a:spcBef>
                <a:spcPts val="0"/>
              </a:spcBef>
              <a:spcAft>
                <a:spcPts val="0"/>
              </a:spcAft>
              <a:buNone/>
            </a:pPr>
            <a:r>
              <a:t/>
            </a:r>
            <a:endParaRPr sz="22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gdccdb6c998_0_124"/>
          <p:cNvSpPr txBox="1"/>
          <p:nvPr/>
        </p:nvSpPr>
        <p:spPr>
          <a:xfrm>
            <a:off x="4171100" y="3075000"/>
            <a:ext cx="38634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lang="en-US" sz="4000">
                <a:solidFill>
                  <a:schemeClr val="dk1"/>
                </a:solidFill>
                <a:latin typeface="Calibri"/>
                <a:ea typeface="Calibri"/>
                <a:cs typeface="Calibri"/>
                <a:sym typeface="Calibri"/>
              </a:rPr>
              <a:t>Thank you</a:t>
            </a:r>
            <a:endParaRPr b="0" i="0" sz="4000" u="none" cap="none" strike="noStrike">
              <a:solidFill>
                <a:schemeClr val="dk1"/>
              </a:solidFill>
              <a:latin typeface="Calibri"/>
              <a:ea typeface="Calibri"/>
              <a:cs typeface="Calibri"/>
              <a:sym typeface="Calibri"/>
            </a:endParaRPr>
          </a:p>
        </p:txBody>
      </p:sp>
      <p:sp>
        <p:nvSpPr>
          <p:cNvPr id="503" name="Google Shape;503;gdccdb6c998_0_124"/>
          <p:cNvSpPr/>
          <p:nvPr/>
        </p:nvSpPr>
        <p:spPr>
          <a:xfrm>
            <a:off x="6804" y="517071"/>
            <a:ext cx="12192000" cy="136200"/>
          </a:xfrm>
          <a:prstGeom prst="rect">
            <a:avLst/>
          </a:prstGeom>
          <a:solidFill>
            <a:srgbClr val="000000">
              <a:alpha val="20000"/>
            </a:srgbClr>
          </a:solidFill>
          <a:ln cap="flat" cmpd="sng" w="12700">
            <a:solidFill>
              <a:srgbClr val="AEB5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ebwppDef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2021-03-28T05:23:06Z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2052-11.1.0.10359</vt:lpwstr>
  </property>
  <property fmtid="{D5CDD505-2E9C-101B-9397-08002B2CF9AE}" pid="3" name="ICV">
    <vt:lpwstr>8138F6C98B67464090A3168C85C910EB</vt:lpwstr>
  </property>
</Properties>
</file>